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94" r:id="rId3"/>
  </p:sldIdLst>
  <p:sldSz cx="12192000" cy="6858000"/>
  <p:notesSz cx="6807200" cy="9939020"/>
  <p:custDataLst>
    <p:tags r:id="rId9"/>
  </p:custDataLst>
  <p:defaultTextStyle>
    <a:lvl1pPr marL="0" lvl="0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1pPr>
    <a:lvl2pPr marL="457200" lvl="1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2pPr>
    <a:lvl3pPr marL="914400" lvl="2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3pPr>
    <a:lvl4pPr marL="1371600" lvl="3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4pPr>
    <a:lvl5pPr marL="1828800" lvl="4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5pPr>
    <a:lvl6pPr marL="2286000" lvl="5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6pPr>
    <a:lvl7pPr marL="2743200" lvl="6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7pPr>
    <a:lvl8pPr marL="3200400" lvl="7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8pPr>
    <a:lvl9pPr marL="3657600" lvl="8" algn="l" defTabSz="914400">
      <a:defRPr sz="1800" kern="1200">
        <a:solidFill>
          <a:schemeClr val="tx1"/>
        </a:solidFill>
        <a:latin typeface="等线" panose="02010600030101010101" charset="-122"/>
        <a:ea typeface="等线" panose="02010600030101010101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325CA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6606" autoAdjust="0"/>
  </p:normalViewPr>
  <p:slideViewPr>
    <p:cSldViewPr snapToGrid="0">
      <p:cViewPr varScale="1">
        <p:scale>
          <a:sx n="128" d="100"/>
          <a:sy n="128" d="100"/>
        </p:scale>
        <p:origin x="1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C8C8B-C804-43B0-9C57-E50D6849E5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FC927-F980-4EDB-A759-59A4564043B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6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3B20-8BB8-B74B-ADB5-DA5707988F1E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6" cy="4986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6" cy="4986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674F-E567-AA4B-8C16-788D7CE21C4F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083" y="92093"/>
            <a:ext cx="828163" cy="82906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0" hasCustomPrompt="1"/>
          </p:nvPr>
        </p:nvSpPr>
        <p:spPr>
          <a:xfrm>
            <a:off x="602425" y="197770"/>
            <a:ext cx="6237762" cy="683632"/>
          </a:xfrm>
        </p:spPr>
        <p:txBody>
          <a:bodyPr anchor="ctr"/>
          <a:lstStyle>
            <a:lvl1pPr lvl="0">
              <a:buNone/>
              <a:defRPr b="1" i="0">
                <a:solidFill>
                  <a:schemeClr val="accent1">
                    <a:lumMod val="75000"/>
                  </a:schemeClr>
                </a:solidFill>
                <a:latin typeface="TencentSans W7"/>
                <a:ea typeface="TencentSans W7"/>
              </a:defRPr>
            </a:lvl1pPr>
          </a:lstStyle>
          <a:p>
            <a:pPr lvl="0"/>
            <a:r>
              <a:rPr lang="zh-CN"/>
              <a:t>输入标题</a:t>
            </a:r>
            <a:endParaRPr lang="zh-CN"/>
          </a:p>
        </p:txBody>
      </p:sp>
      <p:sp>
        <p:nvSpPr>
          <p:cNvPr id="4" name="矩形 3"/>
          <p:cNvSpPr/>
          <p:nvPr/>
        </p:nvSpPr>
        <p:spPr>
          <a:xfrm>
            <a:off x="0" y="252884"/>
            <a:ext cx="121920" cy="5734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5694" y="252884"/>
            <a:ext cx="87783" cy="573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4973" y="252884"/>
            <a:ext cx="45719" cy="573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1"/>
          </p:nvPr>
        </p:nvSpPr>
        <p:spPr>
          <a:xfrm>
            <a:off x="601663" y="1160890"/>
            <a:ext cx="11072812" cy="5066873"/>
          </a:xfrm>
        </p:spPr>
        <p:txBody>
          <a:bodyPr/>
          <a:lstStyle>
            <a:lvl1pPr lvl="0">
              <a:defRPr b="1" i="0">
                <a:solidFill>
                  <a:schemeClr val="accent1">
                    <a:lumMod val="75000"/>
                  </a:schemeClr>
                </a:solidFill>
                <a:latin typeface="TencentSans W7"/>
                <a:ea typeface="TencentSans W7"/>
              </a:defRPr>
            </a:lvl1pPr>
            <a:lvl2pPr lvl="1">
              <a:defRPr b="1" i="0">
                <a:solidFill>
                  <a:schemeClr val="accent1">
                    <a:lumMod val="75000"/>
                  </a:schemeClr>
                </a:solidFill>
                <a:latin typeface="TencentSans W7"/>
                <a:ea typeface="TencentSans W7"/>
              </a:defRPr>
            </a:lvl2pPr>
            <a:lvl3pPr lvl="2">
              <a:defRPr b="1" i="0">
                <a:solidFill>
                  <a:schemeClr val="accent1">
                    <a:lumMod val="75000"/>
                  </a:schemeClr>
                </a:solidFill>
                <a:latin typeface="TencentSans W7"/>
                <a:ea typeface="TencentSans W7"/>
              </a:defRPr>
            </a:lvl3pPr>
            <a:lvl4pPr lvl="3">
              <a:defRPr b="1" i="0">
                <a:solidFill>
                  <a:schemeClr val="accent1">
                    <a:lumMod val="75000"/>
                  </a:schemeClr>
                </a:solidFill>
                <a:latin typeface="TencentSans W7"/>
                <a:ea typeface="TencentSans W7"/>
              </a:defRPr>
            </a:lvl4pPr>
            <a:lvl5pPr lvl="4">
              <a:defRPr b="1" i="0">
                <a:solidFill>
                  <a:schemeClr val="accent1">
                    <a:lumMod val="75000"/>
                  </a:schemeClr>
                </a:solidFill>
                <a:latin typeface="TencentSans W7"/>
                <a:ea typeface="TencentSans W7"/>
              </a:defRPr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pic>
        <p:nvPicPr>
          <p:cNvPr id="7" name="图片 6" descr="文本, 徽标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62" t="17365" b="41655"/>
          <a:stretch>
            <a:fillRect/>
          </a:stretch>
        </p:blipFill>
        <p:spPr>
          <a:xfrm>
            <a:off x="46427" y="6553035"/>
            <a:ext cx="3790855" cy="25369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 panose="02010600030101010101" charset="-122"/>
          <a:ea typeface="等线 Light" panose="02010600030101010101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任务成果名称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3947" y="2132835"/>
            <a:ext cx="89841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主要以各种图，配合少量精要文字，介绍清楚成果对区块链领域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隐私计算领域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/智能与可信智能领域所涉及的核心问题的价值意义，成果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亮点，应用场景（如有实际落地的业务场景重点突出）；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备注写清楚对应本页的文字介绍内容；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不用体现论文和专利数量；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一个成果一页（成果不要拆碎，汇报成大的、成体系的成果）。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bcb02c9-b94c-479f-a3c1-cab70372d79a"/>
  <p:tag name="COMMONDATA" val="eyJoZGlkIjoiMmI0YTNiMmRkMzdmOGY1ZjM1NGQzYzA1ZDljMGVjOG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等线</vt:lpstr>
      <vt:lpstr>等线 Light</vt:lpstr>
      <vt:lpstr>TencentSans W7</vt:lpstr>
      <vt:lpstr>Segoe Print</vt:lpstr>
      <vt:lpstr>微软雅黑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殷舒</dc:creator>
  <cp:lastModifiedBy>冯春来</cp:lastModifiedBy>
  <cp:revision>160</cp:revision>
  <cp:lastPrinted>2022-06-29T10:01:00Z</cp:lastPrinted>
  <dcterms:created xsi:type="dcterms:W3CDTF">2022-07-11T08:33:00Z</dcterms:created>
  <dcterms:modified xsi:type="dcterms:W3CDTF">2026-03-12T01:20:57Z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E62915A307CD41EF97239B03BA8FEFA3</vt:lpwstr>
  </property>
  <property fmtid="{D5CDD505-2E9C-101B-9397-08002B2CF9AE}" pid="3" name="KSOProductBuildVer">
    <vt:lpwstr>2052-12.1.0.23542</vt:lpwstr>
  </property>
</Properties>
</file>