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6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5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Props" Target="../customXml/itemProps6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ustomXml" Target="../customXml/item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7" Type="http://schemas.openxmlformats.org/officeDocument/2006/relationships/slideLayout" Target="../slideLayouts/slideLayout2.xml"/><Relationship Id="rId46" Type="http://schemas.openxmlformats.org/officeDocument/2006/relationships/tags" Target="../tags/tag63.xml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svg"/><Relationship Id="rId38" Type="http://schemas.openxmlformats.org/officeDocument/2006/relationships/image" Target="../media/image38.png"/><Relationship Id="rId37" Type="http://schemas.openxmlformats.org/officeDocument/2006/relationships/image" Target="../media/image37.svg"/><Relationship Id="rId36" Type="http://schemas.openxmlformats.org/officeDocument/2006/relationships/image" Target="../media/image36.png"/><Relationship Id="rId35" Type="http://schemas.openxmlformats.org/officeDocument/2006/relationships/image" Target="../media/image35.svg"/><Relationship Id="rId34" Type="http://schemas.openxmlformats.org/officeDocument/2006/relationships/image" Target="../media/image34.png"/><Relationship Id="rId33" Type="http://schemas.openxmlformats.org/officeDocument/2006/relationships/image" Target="../media/image33.sv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" name="上箭头 105"/>
          <p:cNvSpPr/>
          <p:nvPr/>
        </p:nvSpPr>
        <p:spPr>
          <a:xfrm rot="5400000">
            <a:off x="8370570" y="4781550"/>
            <a:ext cx="238760" cy="705485"/>
          </a:xfrm>
          <a:prstGeom prst="up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023100" y="4243705"/>
            <a:ext cx="694690" cy="3238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endParaRPr lang="zh-CN" altLang="en-US" baseline="-25000">
              <a:solidFill>
                <a:schemeClr val="accent2"/>
              </a:solidFill>
              <a:latin typeface="PingFang SC" panose="020B0400000000000000" charset="-122"/>
              <a:ea typeface="PingFang SC" panose="020B0400000000000000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0084435" y="438150"/>
            <a:ext cx="1553210" cy="3054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ZK Proof(</a:t>
            </a:r>
            <a:r>
              <a:rPr lang="en-US" altLang="zh-CN" sz="1400">
                <a:latin typeface="PingFang SC" panose="020B0400000000000000" charset="-122"/>
                <a:ea typeface="PingFang SC" panose="020B0400000000000000" charset="-122"/>
              </a:rPr>
              <a:t>π</a:t>
            </a:r>
            <a:r>
              <a:rPr lang="en-US" altLang="zh-CN" sz="1400"/>
              <a:t>)</a:t>
            </a:r>
            <a:endParaRPr lang="en-US" altLang="zh-CN" sz="1400"/>
          </a:p>
        </p:txBody>
      </p:sp>
      <p:sp>
        <p:nvSpPr>
          <p:cNvPr id="51" name="圆角矩形 50"/>
          <p:cNvSpPr/>
          <p:nvPr/>
        </p:nvSpPr>
        <p:spPr>
          <a:xfrm>
            <a:off x="417830" y="1100455"/>
            <a:ext cx="3032125" cy="18376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964940" y="1054735"/>
            <a:ext cx="0" cy="4616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8440420" y="1078865"/>
            <a:ext cx="0" cy="45923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737235" y="5894705"/>
            <a:ext cx="2398143" cy="306705"/>
            <a:chOff x="750" y="7478"/>
            <a:chExt cx="3739" cy="483"/>
          </a:xfrm>
        </p:grpSpPr>
        <p:sp>
          <p:nvSpPr>
            <p:cNvPr id="7" name="圆角矩形 6"/>
            <p:cNvSpPr/>
            <p:nvPr/>
          </p:nvSpPr>
          <p:spPr>
            <a:xfrm>
              <a:off x="750" y="7478"/>
              <a:ext cx="3636" cy="483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45" y="7478"/>
              <a:ext cx="36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Stage 1</a:t>
              </a:r>
              <a:r>
                <a:rPr lang="zh-CN" altLang="en-US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：</a:t>
              </a:r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Data Extraction</a:t>
              </a:r>
              <a:endParaRPr lang="en-US" altLang="zh-CN" sz="1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41240" y="5894705"/>
            <a:ext cx="3010667" cy="368935"/>
            <a:chOff x="750" y="7478"/>
            <a:chExt cx="4694" cy="581"/>
          </a:xfrm>
        </p:grpSpPr>
        <p:sp>
          <p:nvSpPr>
            <p:cNvPr id="13" name="圆角矩形 12"/>
            <p:cNvSpPr/>
            <p:nvPr/>
          </p:nvSpPr>
          <p:spPr>
            <a:xfrm>
              <a:off x="750" y="7478"/>
              <a:ext cx="4599" cy="483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45" y="7478"/>
              <a:ext cx="4599" cy="58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Stage 2</a:t>
              </a:r>
              <a:r>
                <a:rPr lang="zh-CN" altLang="en-US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：</a:t>
              </a:r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Deviation </a:t>
              </a:r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Assessment</a:t>
              </a:r>
              <a:endParaRPr lang="en-US" altLang="zh-CN" sz="1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  <a:p>
              <a:endParaRPr lang="en-US" altLang="zh-CN" sz="1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076690" y="5894705"/>
            <a:ext cx="2673985" cy="306705"/>
            <a:chOff x="750" y="7478"/>
            <a:chExt cx="3636" cy="483"/>
          </a:xfrm>
        </p:grpSpPr>
        <p:sp>
          <p:nvSpPr>
            <p:cNvPr id="16" name="圆角矩形 15"/>
            <p:cNvSpPr/>
            <p:nvPr/>
          </p:nvSpPr>
          <p:spPr>
            <a:xfrm>
              <a:off x="750" y="7478"/>
              <a:ext cx="3636" cy="483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45" y="7478"/>
              <a:ext cx="35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Stage 3</a:t>
              </a:r>
              <a:r>
                <a:rPr lang="zh-CN" altLang="en-US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：</a:t>
              </a:r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Update Reliability</a:t>
              </a:r>
              <a:endParaRPr lang="en-US" altLang="zh-CN" sz="1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290830" y="4646930"/>
            <a:ext cx="3032125" cy="706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17830" y="4773930"/>
            <a:ext cx="3032125" cy="706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544830" y="4900930"/>
            <a:ext cx="3032125" cy="706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671830" y="5027930"/>
            <a:ext cx="3032125" cy="706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98195" y="5198110"/>
            <a:ext cx="1033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Agent i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731010" y="5167630"/>
            <a:ext cx="1891030" cy="44005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26" name="图片 25" descr="文本编辑_填充 (1)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7855" y="5236210"/>
            <a:ext cx="306705" cy="30670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364105" y="5236210"/>
            <a:ext cx="1196340" cy="33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reply  </a:t>
            </a:r>
            <a:endParaRPr lang="en-US" altLang="zh-CN" sz="1400"/>
          </a:p>
        </p:txBody>
      </p:sp>
      <p:pic>
        <p:nvPicPr>
          <p:cNvPr id="29" name="334E55B0-647D-440b-865C-3EC943EB4CBC-1" descr="/Users/huabowen/Library/Containers/com.kingsoft.wpsoffice.mac/Data/tmp/wpsoffice.UusCNp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1" y="5276215"/>
            <a:ext cx="459740" cy="240030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2407285" y="2991485"/>
            <a:ext cx="975995" cy="2036445"/>
            <a:chOff x="2291" y="3256"/>
            <a:chExt cx="1537" cy="3207"/>
          </a:xfrm>
        </p:grpSpPr>
        <p:sp>
          <p:nvSpPr>
            <p:cNvPr id="31" name="上箭头 30"/>
            <p:cNvSpPr/>
            <p:nvPr/>
          </p:nvSpPr>
          <p:spPr>
            <a:xfrm>
              <a:off x="2633" y="4205"/>
              <a:ext cx="205" cy="1658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上箭头 31"/>
            <p:cNvSpPr/>
            <p:nvPr/>
          </p:nvSpPr>
          <p:spPr>
            <a:xfrm>
              <a:off x="2832" y="4206"/>
              <a:ext cx="207" cy="1857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上箭头 32"/>
            <p:cNvSpPr/>
            <p:nvPr/>
          </p:nvSpPr>
          <p:spPr>
            <a:xfrm>
              <a:off x="3021" y="4210"/>
              <a:ext cx="225" cy="2053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上箭头 33"/>
            <p:cNvSpPr/>
            <p:nvPr/>
          </p:nvSpPr>
          <p:spPr>
            <a:xfrm>
              <a:off x="3232" y="4205"/>
              <a:ext cx="207" cy="2258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上箭头 34"/>
            <p:cNvSpPr/>
            <p:nvPr/>
          </p:nvSpPr>
          <p:spPr>
            <a:xfrm>
              <a:off x="2291" y="3256"/>
              <a:ext cx="1537" cy="1337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290830" y="3051175"/>
            <a:ext cx="22713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Extract discrete and numerical data from complete reply</a:t>
            </a:r>
            <a:endParaRPr lang="en-US" altLang="zh-CN" sz="1600"/>
          </a:p>
        </p:txBody>
      </p:sp>
      <p:pic>
        <p:nvPicPr>
          <p:cNvPr id="40" name="图片 39" descr="数据抽取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7855" y="3994150"/>
            <a:ext cx="486410" cy="486410"/>
          </a:xfrm>
          <a:prstGeom prst="rect">
            <a:avLst/>
          </a:prstGeom>
        </p:spPr>
      </p:pic>
      <p:pic>
        <p:nvPicPr>
          <p:cNvPr id="41" name="图片 40" descr="kgpi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165" y="4048125"/>
            <a:ext cx="447040" cy="447040"/>
          </a:xfrm>
          <a:prstGeom prst="rect">
            <a:avLst/>
          </a:prstGeom>
        </p:spPr>
      </p:pic>
      <p:sp>
        <p:nvSpPr>
          <p:cNvPr id="42" name="上箭头 41"/>
          <p:cNvSpPr/>
          <p:nvPr/>
        </p:nvSpPr>
        <p:spPr>
          <a:xfrm rot="5400000">
            <a:off x="1390650" y="4029710"/>
            <a:ext cx="240665" cy="440055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741680" y="1601470"/>
            <a:ext cx="2272030" cy="1092200"/>
            <a:chOff x="1855" y="1263"/>
            <a:chExt cx="3578" cy="1720"/>
          </a:xfrm>
        </p:grpSpPr>
        <p:sp>
          <p:nvSpPr>
            <p:cNvPr id="43" name="圆角矩形 42"/>
            <p:cNvSpPr/>
            <p:nvPr/>
          </p:nvSpPr>
          <p:spPr>
            <a:xfrm>
              <a:off x="1855" y="2279"/>
              <a:ext cx="3578" cy="70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>
                  <a:solidFill>
                    <a:schemeClr val="tx1"/>
                  </a:solidFill>
                </a:rPr>
                <a:t>numeric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1857" y="1263"/>
              <a:ext cx="3576" cy="7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>
                  <a:solidFill>
                    <a:schemeClr val="tx1"/>
                  </a:solidFill>
                </a:rPr>
                <a:t>discrete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pic>
          <p:nvPicPr>
            <p:cNvPr id="47" name="334E55B0-647D-440b-865C-3EC943EB4CBC-2" descr="/Users/huabowen/Library/Containers/com.kingsoft.wpsoffice.mac/Data/tmp/wpsoffice.WbcgnFwpsoffice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46" y="1403"/>
              <a:ext cx="1537" cy="497"/>
            </a:xfrm>
            <a:prstGeom prst="rect">
              <a:avLst/>
            </a:prstGeom>
          </p:spPr>
        </p:pic>
        <p:pic>
          <p:nvPicPr>
            <p:cNvPr id="49" name="334E55B0-647D-440b-865C-3EC943EB4CBC-3" descr="/Users/huabowen/Library/Containers/com.kingsoft.wpsoffice.mac/Data/tmp/wpsoffice.nYuvbEwpsoffic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40" y="2424"/>
              <a:ext cx="1693" cy="444"/>
            </a:xfrm>
            <a:prstGeom prst="rect">
              <a:avLst/>
            </a:prstGeom>
          </p:spPr>
        </p:pic>
      </p:grpSp>
      <p:sp>
        <p:nvSpPr>
          <p:cNvPr id="52" name="文本框 51"/>
          <p:cNvSpPr txBox="1"/>
          <p:nvPr/>
        </p:nvSpPr>
        <p:spPr>
          <a:xfrm>
            <a:off x="639445" y="1198245"/>
            <a:ext cx="1172210" cy="33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output data </a:t>
            </a:r>
            <a:endParaRPr lang="en-US" altLang="zh-CN" sz="1400"/>
          </a:p>
        </p:txBody>
      </p:sp>
      <p:pic>
        <p:nvPicPr>
          <p:cNvPr id="57" name="334E55B0-647D-440b-865C-3EC943EB4CBC-4" descr="/Users/huabowen/Library/Containers/com.kingsoft.wpsoffice.mac/Data/tmp/wpsoffice.lfqbBRwpsoffic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5010" y="1113790"/>
            <a:ext cx="1717040" cy="292735"/>
          </a:xfrm>
          <a:prstGeom prst="rect">
            <a:avLst/>
          </a:prstGeom>
        </p:spPr>
      </p:pic>
      <p:pic>
        <p:nvPicPr>
          <p:cNvPr id="59" name="334E55B0-647D-440b-865C-3EC943EB4CBC-5" descr="/Users/huabowen/Library/Containers/com.kingsoft.wpsoffice.mac/Data/tmp/wpsoffice.nPHMaowpsoffic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2628" y="1528128"/>
            <a:ext cx="1776730" cy="302895"/>
          </a:xfrm>
          <a:prstGeom prst="rect">
            <a:avLst/>
          </a:prstGeom>
        </p:spPr>
      </p:pic>
      <p:pic>
        <p:nvPicPr>
          <p:cNvPr id="60" name="334E55B0-647D-440b-865C-3EC943EB4CBC-6" descr="/Users/huabowen/Library/Containers/com.kingsoft.wpsoffice.mac/Data/tmp/wpsoffice.EakRKCwpsoffic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1043" y="2375218"/>
            <a:ext cx="1965960" cy="311150"/>
          </a:xfrm>
          <a:prstGeom prst="rect">
            <a:avLst/>
          </a:prstGeom>
        </p:spPr>
      </p:pic>
      <p:pic>
        <p:nvPicPr>
          <p:cNvPr id="61" name="图片 60" descr="f-function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97775" y="3757295"/>
            <a:ext cx="705485" cy="705485"/>
          </a:xfrm>
          <a:prstGeom prst="rect">
            <a:avLst/>
          </a:prstGeom>
        </p:spPr>
      </p:pic>
      <p:sp>
        <p:nvSpPr>
          <p:cNvPr id="62" name="上箭头 61"/>
          <p:cNvSpPr/>
          <p:nvPr/>
        </p:nvSpPr>
        <p:spPr>
          <a:xfrm rot="5400000">
            <a:off x="3716020" y="1562100"/>
            <a:ext cx="240030" cy="713105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左大括号 63"/>
          <p:cNvSpPr/>
          <p:nvPr/>
        </p:nvSpPr>
        <p:spPr>
          <a:xfrm>
            <a:off x="4091940" y="1054735"/>
            <a:ext cx="277495" cy="1728000"/>
          </a:xfrm>
          <a:prstGeom prst="lef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 descr="省略号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5400000">
            <a:off x="4913630" y="1836420"/>
            <a:ext cx="597535" cy="520700"/>
          </a:xfrm>
          <a:prstGeom prst="rect">
            <a:avLst/>
          </a:prstGeom>
        </p:spPr>
      </p:pic>
      <p:sp>
        <p:nvSpPr>
          <p:cNvPr id="66" name="上箭头 65"/>
          <p:cNvSpPr/>
          <p:nvPr/>
        </p:nvSpPr>
        <p:spPr>
          <a:xfrm rot="7320000">
            <a:off x="7031990" y="3131185"/>
            <a:ext cx="283845" cy="822960"/>
          </a:xfrm>
          <a:prstGeom prst="up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4570095" y="3051175"/>
            <a:ext cx="1742440" cy="3302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Evaluation Module  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71" name="曲线连接符 70"/>
          <p:cNvCxnSpPr>
            <a:stCxn id="57" idx="3"/>
            <a:endCxn id="61" idx="0"/>
          </p:cNvCxnSpPr>
          <p:nvPr/>
        </p:nvCxnSpPr>
        <p:spPr>
          <a:xfrm>
            <a:off x="6242050" y="1260475"/>
            <a:ext cx="1708785" cy="2496820"/>
          </a:xfrm>
          <a:prstGeom prst="curvedConnector2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曲线连接符 71"/>
          <p:cNvCxnSpPr>
            <a:stCxn id="59" idx="3"/>
            <a:endCxn id="61" idx="0"/>
          </p:cNvCxnSpPr>
          <p:nvPr/>
        </p:nvCxnSpPr>
        <p:spPr>
          <a:xfrm>
            <a:off x="6289675" y="1680210"/>
            <a:ext cx="1661160" cy="2077085"/>
          </a:xfrm>
          <a:prstGeom prst="curvedConnector2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曲线连接符 72"/>
          <p:cNvCxnSpPr>
            <a:stCxn id="60" idx="3"/>
            <a:endCxn id="61" idx="0"/>
          </p:cNvCxnSpPr>
          <p:nvPr/>
        </p:nvCxnSpPr>
        <p:spPr>
          <a:xfrm>
            <a:off x="6497320" y="2531110"/>
            <a:ext cx="1453515" cy="1226185"/>
          </a:xfrm>
          <a:prstGeom prst="curvedConnector2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2" name="组合 81"/>
          <p:cNvGrpSpPr/>
          <p:nvPr/>
        </p:nvGrpSpPr>
        <p:grpSpPr>
          <a:xfrm>
            <a:off x="4015740" y="3643630"/>
            <a:ext cx="2433320" cy="1592580"/>
            <a:chOff x="6324" y="5139"/>
            <a:chExt cx="3832" cy="2508"/>
          </a:xfrm>
        </p:grpSpPr>
        <p:sp>
          <p:nvSpPr>
            <p:cNvPr id="80" name="圆角矩形 79"/>
            <p:cNvSpPr/>
            <p:nvPr/>
          </p:nvSpPr>
          <p:spPr>
            <a:xfrm>
              <a:off x="6324" y="5139"/>
              <a:ext cx="3832" cy="2508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75" name="图片 74" descr="icon-design-33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467" y="6084"/>
              <a:ext cx="648" cy="482"/>
            </a:xfrm>
            <a:prstGeom prst="rect">
              <a:avLst/>
            </a:prstGeom>
          </p:spPr>
        </p:pic>
        <p:pic>
          <p:nvPicPr>
            <p:cNvPr id="76" name="334E55B0-647D-440b-865C-3EC943EB4CBC-7" descr="/Users/huabowen/Library/Containers/com.kingsoft.wpsoffice.mac/Data/tmp/wpsoffice.ZgTLgowpsoffice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325" y="6150"/>
              <a:ext cx="2533" cy="435"/>
            </a:xfrm>
            <a:prstGeom prst="rect">
              <a:avLst/>
            </a:prstGeom>
          </p:spPr>
        </p:pic>
        <p:pic>
          <p:nvPicPr>
            <p:cNvPr id="77" name="图片 76" descr="icon-design-33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467" y="6701"/>
              <a:ext cx="648" cy="482"/>
            </a:xfrm>
            <a:prstGeom prst="rect">
              <a:avLst/>
            </a:prstGeom>
          </p:spPr>
        </p:pic>
        <p:pic>
          <p:nvPicPr>
            <p:cNvPr id="79" name="334E55B0-647D-440b-865C-3EC943EB4CBC-8" descr="/Users/huabowen/Library/Containers/com.kingsoft.wpsoffice.mac/Data/tmp/wpsoffice.ncPnGpwpsoffice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325" y="6811"/>
              <a:ext cx="2679" cy="372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6694" y="5381"/>
              <a:ext cx="3081" cy="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r>
                <a:rPr lang="en-US" altLang="zh-CN" sz="1400"/>
                <a:t>Distance Calculation </a:t>
              </a:r>
              <a:endParaRPr lang="en-US" altLang="zh-CN" sz="1400"/>
            </a:p>
          </p:txBody>
        </p:sp>
      </p:grpSp>
      <p:sp>
        <p:nvSpPr>
          <p:cNvPr id="84" name="文本框 83"/>
          <p:cNvSpPr txBox="1"/>
          <p:nvPr/>
        </p:nvSpPr>
        <p:spPr>
          <a:xfrm>
            <a:off x="7022465" y="4646930"/>
            <a:ext cx="657860" cy="2705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endParaRPr lang="zh-CN" altLang="en-US" baseline="-25000">
              <a:solidFill>
                <a:schemeClr val="accent2"/>
              </a:solidFill>
              <a:latin typeface="PingFang SC" panose="020B0400000000000000" charset="-122"/>
              <a:ea typeface="PingFang SC" panose="020B0400000000000000" charset="-122"/>
              <a:sym typeface="+mn-ea"/>
            </a:endParaRPr>
          </a:p>
        </p:txBody>
      </p:sp>
      <p:sp>
        <p:nvSpPr>
          <p:cNvPr id="85" name="上箭头 84"/>
          <p:cNvSpPr/>
          <p:nvPr/>
        </p:nvSpPr>
        <p:spPr>
          <a:xfrm rot="5400000">
            <a:off x="6652895" y="4253230"/>
            <a:ext cx="238760" cy="353695"/>
          </a:xfrm>
          <a:prstGeom prst="up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 rot="5400000">
            <a:off x="6652895" y="4645025"/>
            <a:ext cx="238760" cy="353695"/>
          </a:xfrm>
          <a:prstGeom prst="up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8" name="图片 87" descr="组合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091940" y="5353050"/>
            <a:ext cx="439420" cy="439420"/>
          </a:xfrm>
          <a:prstGeom prst="rect">
            <a:avLst/>
          </a:prstGeom>
        </p:spPr>
      </p:pic>
      <p:sp>
        <p:nvSpPr>
          <p:cNvPr id="89" name="圆角矩形 88"/>
          <p:cNvSpPr/>
          <p:nvPr/>
        </p:nvSpPr>
        <p:spPr>
          <a:xfrm>
            <a:off x="7131685" y="892810"/>
            <a:ext cx="1172210" cy="597535"/>
          </a:xfrm>
          <a:prstGeom prst="roundRect">
            <a:avLst/>
          </a:prstGeom>
          <a:noFill/>
          <a:ln>
            <a:solidFill>
              <a:schemeClr val="accent3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4570095" y="5365750"/>
            <a:ext cx="18916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 b="1">
                <a:latin typeface="PingFang SC Semibold" panose="020B0400000000000000" charset="-122"/>
                <a:ea typeface="PingFang SC Semibold" panose="020B0400000000000000" charset="-122"/>
              </a:rPr>
              <a:t>Weighted combination of two factors</a:t>
            </a:r>
            <a:endParaRPr lang="en-US" altLang="zh-CN" sz="12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94" name="曲线连接符 93"/>
          <p:cNvCxnSpPr>
            <a:stCxn id="19" idx="3"/>
          </p:cNvCxnSpPr>
          <p:nvPr/>
        </p:nvCxnSpPr>
        <p:spPr>
          <a:xfrm flipH="1">
            <a:off x="6492875" y="4414520"/>
            <a:ext cx="1235710" cy="1151255"/>
          </a:xfrm>
          <a:prstGeom prst="curvedConnector3">
            <a:avLst>
              <a:gd name="adj1" fmla="val -19270"/>
            </a:avLst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曲线连接符 94"/>
          <p:cNvCxnSpPr>
            <a:stCxn id="84" idx="3"/>
            <a:endCxn id="92" idx="3"/>
          </p:cNvCxnSpPr>
          <p:nvPr/>
        </p:nvCxnSpPr>
        <p:spPr>
          <a:xfrm flipH="1">
            <a:off x="6461760" y="4782185"/>
            <a:ext cx="1218565" cy="814070"/>
          </a:xfrm>
          <a:prstGeom prst="curvedConnector3">
            <a:avLst>
              <a:gd name="adj1" fmla="val -19541"/>
            </a:avLst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8" name="图片 97" descr="关键词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204075" y="5299075"/>
            <a:ext cx="393700" cy="372110"/>
          </a:xfrm>
          <a:prstGeom prst="rect">
            <a:avLst/>
          </a:prstGeom>
        </p:spPr>
      </p:pic>
      <p:sp>
        <p:nvSpPr>
          <p:cNvPr id="100" name="椭圆 99"/>
          <p:cNvSpPr/>
          <p:nvPr/>
        </p:nvSpPr>
        <p:spPr>
          <a:xfrm>
            <a:off x="6461760" y="4983480"/>
            <a:ext cx="487680" cy="53276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7131685" y="959485"/>
            <a:ext cx="1302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Hybrid Data Joint Grouping</a:t>
            </a:r>
            <a:endParaRPr lang="en-US" altLang="zh-CN" sz="1200"/>
          </a:p>
        </p:txBody>
      </p:sp>
      <p:cxnSp>
        <p:nvCxnSpPr>
          <p:cNvPr id="103" name="直接箭头连接符 102"/>
          <p:cNvCxnSpPr>
            <a:endCxn id="102" idx="1"/>
          </p:cNvCxnSpPr>
          <p:nvPr/>
        </p:nvCxnSpPr>
        <p:spPr>
          <a:xfrm flipV="1">
            <a:off x="6283325" y="1189990"/>
            <a:ext cx="848360" cy="7302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59" idx="3"/>
          </p:cNvCxnSpPr>
          <p:nvPr/>
        </p:nvCxnSpPr>
        <p:spPr>
          <a:xfrm flipV="1">
            <a:off x="6289675" y="1446530"/>
            <a:ext cx="733425" cy="23368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stCxn id="60" idx="3"/>
            <a:endCxn id="89" idx="2"/>
          </p:cNvCxnSpPr>
          <p:nvPr/>
        </p:nvCxnSpPr>
        <p:spPr>
          <a:xfrm flipV="1">
            <a:off x="6497320" y="1490345"/>
            <a:ext cx="1220470" cy="104076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文本框 108"/>
          <p:cNvSpPr txBox="1"/>
          <p:nvPr/>
        </p:nvSpPr>
        <p:spPr>
          <a:xfrm>
            <a:off x="7649210" y="5365750"/>
            <a:ext cx="17430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b="1">
                <a:latin typeface="PingFang SC Semibold" panose="020B0400000000000000" charset="-122"/>
                <a:ea typeface="PingFang SC Semibold" panose="020B0400000000000000" charset="-122"/>
              </a:rPr>
              <a:t>Deviation Generation</a:t>
            </a:r>
            <a:endParaRPr lang="en-US" altLang="zh-CN" sz="12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8573135" y="3994150"/>
            <a:ext cx="13169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b="1">
                <a:solidFill>
                  <a:schemeClr val="accent2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Deviation from Last Iteration</a:t>
            </a:r>
            <a:endParaRPr lang="en-US" altLang="zh-CN" sz="1200" b="1">
              <a:solidFill>
                <a:schemeClr val="accent2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115" name="图片 114" descr="更新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697085" y="3294380"/>
            <a:ext cx="1196975" cy="1017905"/>
          </a:xfrm>
          <a:prstGeom prst="rect">
            <a:avLst/>
          </a:prstGeom>
        </p:spPr>
      </p:pic>
      <p:cxnSp>
        <p:nvCxnSpPr>
          <p:cNvPr id="117" name="直接箭头连接符 116"/>
          <p:cNvCxnSpPr>
            <a:endCxn id="118" idx="1"/>
          </p:cNvCxnSpPr>
          <p:nvPr/>
        </p:nvCxnSpPr>
        <p:spPr>
          <a:xfrm>
            <a:off x="9429750" y="4878705"/>
            <a:ext cx="1196340" cy="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10626090" y="4713605"/>
            <a:ext cx="1011555" cy="330200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accent6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Reliability  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119" name="直接箭头连接符 118"/>
          <p:cNvCxnSpPr>
            <a:stCxn id="118" idx="0"/>
            <a:endCxn id="122" idx="2"/>
          </p:cNvCxnSpPr>
          <p:nvPr/>
        </p:nvCxnSpPr>
        <p:spPr>
          <a:xfrm flipH="1" flipV="1">
            <a:off x="11048365" y="2646680"/>
            <a:ext cx="83820" cy="2066925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/>
        </p:nvSpPr>
        <p:spPr>
          <a:xfrm>
            <a:off x="9638030" y="4941570"/>
            <a:ext cx="713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accent6"/>
                </a:solidFill>
              </a:rPr>
              <a:t>update</a:t>
            </a:r>
            <a:endParaRPr lang="en-US" altLang="zh-CN" sz="1200">
              <a:solidFill>
                <a:schemeClr val="accent6"/>
              </a:solidFill>
            </a:endParaRPr>
          </a:p>
        </p:txBody>
      </p:sp>
      <p:pic>
        <p:nvPicPr>
          <p:cNvPr id="122" name="图片 121" descr="invoice-truth-icon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749280" y="2049145"/>
            <a:ext cx="597535" cy="597535"/>
          </a:xfrm>
          <a:prstGeom prst="rect">
            <a:avLst/>
          </a:prstGeom>
        </p:spPr>
      </p:pic>
      <p:sp>
        <p:nvSpPr>
          <p:cNvPr id="125" name="文本框 124"/>
          <p:cNvSpPr txBox="1"/>
          <p:nvPr/>
        </p:nvSpPr>
        <p:spPr>
          <a:xfrm>
            <a:off x="11132185" y="3564890"/>
            <a:ext cx="9080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accent6"/>
                </a:solidFill>
              </a:rPr>
              <a:t>calculate</a:t>
            </a:r>
            <a:endParaRPr lang="en-US" altLang="zh-CN" sz="1200">
              <a:solidFill>
                <a:schemeClr val="accent6"/>
              </a:solidFill>
            </a:endParaRPr>
          </a:p>
        </p:txBody>
      </p:sp>
      <p:pic>
        <p:nvPicPr>
          <p:cNvPr id="128" name="334E55B0-647D-440b-865C-3EC943EB4CBC-9" descr="/Users/huabowen/Library/Containers/com.kingsoft.wpsoffice.mac/Data/tmp/wpsoffice.RJcudqwpsoffice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64420" y="1446530"/>
            <a:ext cx="1445260" cy="439420"/>
          </a:xfrm>
          <a:prstGeom prst="rect">
            <a:avLst/>
          </a:prstGeom>
        </p:spPr>
      </p:pic>
      <p:cxnSp>
        <p:nvCxnSpPr>
          <p:cNvPr id="129" name="直接箭头连接符 128"/>
          <p:cNvCxnSpPr>
            <a:stCxn id="122" idx="1"/>
            <a:endCxn id="61" idx="3"/>
          </p:cNvCxnSpPr>
          <p:nvPr/>
        </p:nvCxnSpPr>
        <p:spPr>
          <a:xfrm flipH="1">
            <a:off x="8303260" y="2348230"/>
            <a:ext cx="2446020" cy="1762125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>
          <a:xfrm>
            <a:off x="9807575" y="3643630"/>
            <a:ext cx="1086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accent6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ITERATION</a:t>
            </a:r>
            <a:endParaRPr lang="en-US" altLang="zh-CN" sz="1200" b="1">
              <a:solidFill>
                <a:schemeClr val="accent6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8930640" y="1121410"/>
            <a:ext cx="572135" cy="1798320"/>
            <a:chOff x="13845" y="1083"/>
            <a:chExt cx="901" cy="2832"/>
          </a:xfrm>
        </p:grpSpPr>
        <p:pic>
          <p:nvPicPr>
            <p:cNvPr id="132" name="334E55B0-647D-440b-865C-3EC943EB4CBC-10" descr="/Users/huabowen/Library/Containers/com.kingsoft.wpsoffice.mac/Data/tmp/wpsoffice.QiZSudwpsoffice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3845" y="1083"/>
              <a:ext cx="807" cy="418"/>
            </a:xfrm>
            <a:prstGeom prst="rect">
              <a:avLst/>
            </a:prstGeom>
          </p:spPr>
        </p:pic>
        <p:pic>
          <p:nvPicPr>
            <p:cNvPr id="134" name="334E55B0-647D-440b-865C-3EC943EB4CBC-11" descr="/Users/huabowen/Library/Containers/com.kingsoft.wpsoffice.mac/Data/tmp/wpsoffice.IayFCSwpsoffice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3926" y="3505"/>
              <a:ext cx="820" cy="410"/>
            </a:xfrm>
            <a:prstGeom prst="rect">
              <a:avLst/>
            </a:prstGeom>
          </p:spPr>
        </p:pic>
        <p:cxnSp>
          <p:nvCxnSpPr>
            <p:cNvPr id="136" name="曲线连接符 135"/>
            <p:cNvCxnSpPr>
              <a:stCxn id="132" idx="1"/>
              <a:endCxn id="134" idx="1"/>
            </p:cNvCxnSpPr>
            <p:nvPr/>
          </p:nvCxnSpPr>
          <p:spPr>
            <a:xfrm rot="10800000" flipH="1" flipV="1">
              <a:off x="13845" y="1292"/>
              <a:ext cx="81" cy="2418"/>
            </a:xfrm>
            <a:prstGeom prst="curvedConnector3">
              <a:avLst>
                <a:gd name="adj1" fmla="val -462963"/>
              </a:avLst>
            </a:prstGeom>
            <a:ln w="25400"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7" name="曲线连接符 136"/>
            <p:cNvCxnSpPr>
              <a:stCxn id="134" idx="3"/>
              <a:endCxn id="132" idx="3"/>
            </p:cNvCxnSpPr>
            <p:nvPr/>
          </p:nvCxnSpPr>
          <p:spPr>
            <a:xfrm flipH="1" flipV="1">
              <a:off x="14652" y="1292"/>
              <a:ext cx="94" cy="2418"/>
            </a:xfrm>
            <a:prstGeom prst="curvedConnector3">
              <a:avLst>
                <a:gd name="adj1" fmla="val -398936"/>
              </a:avLst>
            </a:prstGeom>
            <a:ln w="25400"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39" name="文本框 138"/>
          <p:cNvSpPr txBox="1"/>
          <p:nvPr/>
        </p:nvSpPr>
        <p:spPr>
          <a:xfrm>
            <a:off x="8717280" y="1791335"/>
            <a:ext cx="786130" cy="2578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iteration t  </a:t>
            </a:r>
            <a:endParaRPr lang="en-US" altLang="zh-CN" sz="1000"/>
          </a:p>
        </p:txBody>
      </p:sp>
      <p:sp>
        <p:nvSpPr>
          <p:cNvPr id="140" name="文本框 139"/>
          <p:cNvSpPr txBox="1"/>
          <p:nvPr/>
        </p:nvSpPr>
        <p:spPr>
          <a:xfrm>
            <a:off x="9779000" y="2049145"/>
            <a:ext cx="941070" cy="2578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>
                <a:sym typeface="+mn-ea"/>
              </a:rPr>
              <a:t>iteration t+1  </a:t>
            </a:r>
            <a:endParaRPr lang="en-US" altLang="zh-CN" sz="1000"/>
          </a:p>
          <a:p>
            <a:r>
              <a:rPr lang="en-US" altLang="zh-CN" sz="1000"/>
              <a:t>  </a:t>
            </a:r>
            <a:endParaRPr lang="en-US" altLang="zh-CN" sz="1000"/>
          </a:p>
        </p:txBody>
      </p:sp>
      <p:sp>
        <p:nvSpPr>
          <p:cNvPr id="141" name="圆角矩形 140"/>
          <p:cNvSpPr/>
          <p:nvPr/>
        </p:nvSpPr>
        <p:spPr>
          <a:xfrm>
            <a:off x="8717280" y="1791335"/>
            <a:ext cx="734060" cy="275590"/>
          </a:xfrm>
          <a:prstGeom prst="roundRect">
            <a:avLst/>
          </a:prstGeom>
          <a:noFill/>
          <a:ln>
            <a:solidFill>
              <a:schemeClr val="accent3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圆角矩形 142"/>
          <p:cNvSpPr/>
          <p:nvPr/>
        </p:nvSpPr>
        <p:spPr>
          <a:xfrm>
            <a:off x="9807575" y="2031365"/>
            <a:ext cx="941070" cy="275590"/>
          </a:xfrm>
          <a:prstGeom prst="roundRect">
            <a:avLst/>
          </a:prstGeom>
          <a:noFill/>
          <a:ln>
            <a:solidFill>
              <a:schemeClr val="accent3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72110" y="141605"/>
            <a:ext cx="2190115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400" b="1" i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ZKP Verification Layer</a:t>
            </a:r>
            <a:endParaRPr lang="en-US" altLang="zh-CN" sz="1400" b="1" i="0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13360" y="126365"/>
            <a:ext cx="11711940" cy="706755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锁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941195" y="448310"/>
            <a:ext cx="310515" cy="31051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29260" y="525145"/>
            <a:ext cx="1402080" cy="2336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Input Commitment</a:t>
            </a:r>
            <a:endParaRPr lang="en-US" altLang="zh-CN" sz="1000"/>
          </a:p>
        </p:txBody>
      </p:sp>
      <p:cxnSp>
        <p:nvCxnSpPr>
          <p:cNvPr id="37" name="直接箭头连接符 36"/>
          <p:cNvCxnSpPr>
            <a:stCxn id="44" idx="0"/>
            <a:endCxn id="11" idx="2"/>
          </p:cNvCxnSpPr>
          <p:nvPr/>
        </p:nvCxnSpPr>
        <p:spPr>
          <a:xfrm flipV="1">
            <a:off x="1878330" y="758825"/>
            <a:ext cx="218440" cy="84264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43" idx="0"/>
            <a:endCxn id="11" idx="2"/>
          </p:cNvCxnSpPr>
          <p:nvPr/>
        </p:nvCxnSpPr>
        <p:spPr>
          <a:xfrm flipV="1">
            <a:off x="1877695" y="758825"/>
            <a:ext cx="219075" cy="148780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/>
        </p:nvGrpSpPr>
        <p:grpSpPr>
          <a:xfrm>
            <a:off x="4902200" y="438150"/>
            <a:ext cx="2444750" cy="340360"/>
            <a:chOff x="5515" y="479"/>
            <a:chExt cx="3850" cy="536"/>
          </a:xfrm>
        </p:grpSpPr>
        <p:sp>
          <p:nvSpPr>
            <p:cNvPr id="45" name="文本框 44"/>
            <p:cNvSpPr txBox="1"/>
            <p:nvPr/>
          </p:nvSpPr>
          <p:spPr>
            <a:xfrm>
              <a:off x="5515" y="495"/>
              <a:ext cx="3851" cy="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r>
                <a:rPr lang="en-US" altLang="zh-CN" sz="1400"/>
                <a:t>Truth Discovery Circuit</a:t>
              </a:r>
              <a:endParaRPr lang="en-US" altLang="zh-CN" sz="1400"/>
            </a:p>
          </p:txBody>
        </p:sp>
        <p:pic>
          <p:nvPicPr>
            <p:cNvPr id="46" name="图片 45" descr="抽象电路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761" y="479"/>
              <a:ext cx="536" cy="536"/>
            </a:xfrm>
            <a:prstGeom prst="rect">
              <a:avLst/>
            </a:prstGeom>
          </p:spPr>
        </p:pic>
      </p:grpSp>
      <p:sp>
        <p:nvSpPr>
          <p:cNvPr id="53" name="上箭头 52"/>
          <p:cNvSpPr/>
          <p:nvPr/>
        </p:nvSpPr>
        <p:spPr>
          <a:xfrm rot="5400000">
            <a:off x="3524250" y="-497205"/>
            <a:ext cx="240030" cy="2272030"/>
          </a:xfrm>
          <a:prstGeom prst="up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4192905" y="207010"/>
            <a:ext cx="1402080" cy="231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Distance Calculation </a:t>
            </a:r>
            <a:endParaRPr lang="en-US" altLang="zh-CN" sz="1000"/>
          </a:p>
        </p:txBody>
      </p:sp>
      <p:sp>
        <p:nvSpPr>
          <p:cNvPr id="55" name="文本框 54"/>
          <p:cNvSpPr txBox="1"/>
          <p:nvPr/>
        </p:nvSpPr>
        <p:spPr>
          <a:xfrm>
            <a:off x="6595745" y="207010"/>
            <a:ext cx="1233805" cy="231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Reliability </a:t>
            </a:r>
            <a:r>
              <a:rPr lang="en-US" altLang="zh-CN" sz="1000"/>
              <a:t>update</a:t>
            </a:r>
            <a:endParaRPr lang="en-US" altLang="zh-CN" sz="1000"/>
          </a:p>
        </p:txBody>
      </p:sp>
      <p:sp>
        <p:nvSpPr>
          <p:cNvPr id="56" name="下箭头标注 55"/>
          <p:cNvSpPr/>
          <p:nvPr/>
        </p:nvSpPr>
        <p:spPr>
          <a:xfrm>
            <a:off x="5654040" y="254635"/>
            <a:ext cx="880745" cy="183515"/>
          </a:xfrm>
          <a:prstGeom prst="downArrowCallout">
            <a:avLst>
              <a:gd name="adj1" fmla="val 0"/>
              <a:gd name="adj2" fmla="val 25086"/>
              <a:gd name="adj3" fmla="val 25000"/>
              <a:gd name="adj4" fmla="val 24913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8" name="图片 57" descr="算法库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872865" y="141605"/>
            <a:ext cx="320040" cy="320040"/>
          </a:xfrm>
          <a:prstGeom prst="rect">
            <a:avLst/>
          </a:prstGeom>
        </p:spPr>
      </p:pic>
      <p:pic>
        <p:nvPicPr>
          <p:cNvPr id="63" name="图片 62" descr="算法库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851775" y="141605"/>
            <a:ext cx="320040" cy="320040"/>
          </a:xfrm>
          <a:prstGeom prst="rect">
            <a:avLst/>
          </a:prstGeom>
        </p:spPr>
      </p:pic>
      <p:pic>
        <p:nvPicPr>
          <p:cNvPr id="69" name="图片 68" descr="证书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222355" y="448310"/>
            <a:ext cx="275590" cy="275590"/>
          </a:xfrm>
          <a:prstGeom prst="rect">
            <a:avLst/>
          </a:prstGeom>
        </p:spPr>
      </p:pic>
      <p:sp>
        <p:nvSpPr>
          <p:cNvPr id="70" name="上箭头 69"/>
          <p:cNvSpPr/>
          <p:nvPr/>
        </p:nvSpPr>
        <p:spPr>
          <a:xfrm rot="5400000">
            <a:off x="8634095" y="-512445"/>
            <a:ext cx="240030" cy="2272030"/>
          </a:xfrm>
          <a:prstGeom prst="up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8" name="334E55B0-647D-440b-865C-3EC943EB4CBC-12" descr="/Users/huabowen/Library/Containers/com.kingsoft.wpsoffice.mac/Data/tmp/wpsoffice.SyBxODwpsoffice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161145" y="207010"/>
            <a:ext cx="2582545" cy="230505"/>
          </a:xfrm>
          <a:prstGeom prst="rect">
            <a:avLst/>
          </a:prstGeom>
        </p:spPr>
      </p:pic>
      <p:pic>
        <p:nvPicPr>
          <p:cNvPr id="3" name="334E55B0-647D-440b-865C-3EC943EB4CBC-13" descr="wpsoffice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000490" y="4831080"/>
            <a:ext cx="353695" cy="330835"/>
          </a:xfrm>
          <a:prstGeom prst="rect">
            <a:avLst/>
          </a:prstGeom>
        </p:spPr>
      </p:pic>
      <p:pic>
        <p:nvPicPr>
          <p:cNvPr id="4" name="334E55B0-647D-440b-865C-3EC943EB4CBC-14" descr="/Users/huabowen/Library/Containers/com.kingsoft.wpsoffice.mac/Data/tmp/wpsoffice.EaMeVfwpsoffice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768080" y="4431030"/>
            <a:ext cx="393065" cy="204470"/>
          </a:xfrm>
          <a:prstGeom prst="rect">
            <a:avLst/>
          </a:prstGeom>
        </p:spPr>
      </p:pic>
      <p:pic>
        <p:nvPicPr>
          <p:cNvPr id="30" name="334E55B0-647D-440b-865C-3EC943EB4CBC-17" descr="wpsoffice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023100" y="4659630"/>
            <a:ext cx="705485" cy="257810"/>
          </a:xfrm>
          <a:prstGeom prst="rect">
            <a:avLst/>
          </a:prstGeom>
        </p:spPr>
      </p:pic>
      <p:pic>
        <p:nvPicPr>
          <p:cNvPr id="67" name="334E55B0-647D-440b-865C-3EC943EB4CBC-18" descr="wpsoffice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023100" y="4243705"/>
            <a:ext cx="668020" cy="262255"/>
          </a:xfrm>
          <a:prstGeom prst="rect">
            <a:avLst/>
          </a:prstGeom>
        </p:spPr>
      </p:pic>
      <p:pic>
        <p:nvPicPr>
          <p:cNvPr id="87" name="334E55B0-647D-440b-865C-3EC943EB4CBC-19" descr="wpsoffice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619875" y="5161915"/>
            <a:ext cx="130175" cy="182880"/>
          </a:xfrm>
          <a:prstGeom prst="rect">
            <a:avLst/>
          </a:prstGeom>
        </p:spPr>
      </p:pic>
    </p:spTree>
    <p:custDataLst>
      <p:tags r:id="rId4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WEh0NVgyVmVlMjU5WEgxY1hRPT0iLAoJIkxhdGV4SW1nQmFzZTY0IiA6ICJpVkJPUncwS0dnb0FBQUFOU1VoRVVnQUFBS0VBQUFCVUJBTUFBQUFZSUVvdkFBQUFNRkJNVkVYLy8vOEFBQUFBQUFBQUFBQUFBQUFBQUFBQUFBQUFBQUFBQUFBQUFBQUFBQUFBQUFBQUFBQUFBQUFBQUFBQUFBQXYzYUI3QUFBQUQzUlNUbE1BSWxTSnU5M3ZNaEIyelpsRXEyWStDK1JXQUFBQUNYQklXWE1BQUE3RUFBQU94QUdWS3c0YkFBQUdwa2xFUVZSWUNaMVl6MnZjUlJTZnphYmRiWnBrbDRvRkw4MytBNUlvdlNlaWlCN3FOd1VKVXBCdmtBcitvSDZEVlkvdVhscEJxWWxRTHg1TUR0NjM2RUVSZEZla29nZEpqbUtWemEzZU5tcjNhN3MxZmI3NVBXL2V0ODNYZkNFNzczM216V2RtM3J4NU14TWgvSGZpOUVxKzV0V1MwbFIrN3R2aVZ2VlBBR0RVTE1uanpXWlNnUHhMcjN0cEUrRDE3N3hhSUZYVEYyV0h0YSt6MXdqRHUxMkFKN2o5MndBdmNUUkU2dWxuY0JjSms5R1pGSGJDbWxvQ3NCQUNVcDRBMkkreFNKKzhJK2F4NGViZGpxaEd4dGdhKzZKZkcrQWFSWmkydlNNYWNIdG1MR2ZlaFQ2cDMrYk5NeGdUa3dJbGFZcWpjSyszSktzVzZiVEZNWUIvYUJORS9xVUkweXJZWlFQeVc2cGlDTXZVZ0kxb0NtSVQyZ0MxNmgwaDFnRmVVUldic0VjTkZnRTZCR2x3UDVCNlZJNzhLUVM2cTYvd0hxeXEwdjNnT3ZTZElnWHNmSUVBWEZuSGVTNkNuclJJWUl0YUlNRXVRUkRZSUFCWFRxSkJGM0NnOHN1aWxaRkRvZ1FNMEEzalh6QkVsWGhFaDJXc0FiUlVKeGdhVGRvYkd4SURxTDNSa0tpanhFbklJd05Hd0lDb2dWWW5ZYVNGQnR0MGpJQUJoWXlPYUJqdmtNUDZjUTcrMGowbGNUZ2VsbkVJdHhWam5VY3ZteVFEQ21jOU1GdDFGbUJOaUk4N2dSRWpZRUJnN01YTVpMd3B0VUxnSzlTbU8wU0VZMXkzRk1zNi9JMDUybXhJemN1R3hJQ3dmeXZqWkhWY2I4ck5PRW5TSHlOZ2dHVUp5eGtiMXozcHp6YisrWThSTU1EYmV1bW9QVjFVQms5YnZxYU1IMmVmem44TFcwaDUzWWJqUEs1UWxSNTBiRWd4VU92bXdRbDZMRnVTalBNbUhNVVJ6STZETFFtNUx5WmdJYjk5dHpucjkrNGk0SWtneE5DbTJVbzJUc2hLSHp6cm1nd1RGY1pxRUprbW43blFVU3FlT2QzemZTT2E0cUF4WHBiN040VWxiWTV4ZU04MHZHL0JHT2RvVWg5Y3c2Wmcwd0hHWVhRWWMyTEdpRWZacmplcnljU0tJOU41UWN4QWZKWjZVeXMxNHVReFR3N0hTZHhrWXRyeEhBVTdmOXVlbDJpelE5QWVoUHUrTFUrODQyN1drVXRJUTZ2Z1BGYXRMRXRNZU9IZFN0MXQvTWlHZnRYRFJrVEcyeG5aNTlpRDhaa3lVeWxtMjJZYU1TQVRJRVJlNmRvelNFT0xyclhVYThvRDNoR1p2VW40OWx3NlNSeUpMZ3NEcnFvOGtObThnSXV1dGd4bkNSRTh5LzFPbjA1aHRCYlVUc3RMTlM2MWNVeVpjTVFHRHdPOG9Va3EzMmVRYndTRVd2U0xWeVljWlp0TmdGZC94Qkp2anJEZmtnajlmTWo2UmFjV1RIc1VxYzQzaFh5T2pQOWd0Wmk2NUhrbnZ6bTZRelZZOVBzSVVxbEdweEtBWDVqRndFWEQwSEV6SXdLOEJYRHJaa2RCRmFSc2tVcFVRSjUzNmh1VUNVZTF4L0JkWWo1Y3pUQjZKSXA3d09hYlV1RW82alJnMEdrdHcyNktTYmRQeTRVam5oVG0wcThKTU1URFhZaGd3MTMxZzlIU1RxazJnTHdaSUhXM1FTellkcVBHM3ZZc2V2OFNaMkw5cm8xNnNmYzN3VnhuNVhTVzdzOWthOWdzMFpGOVc2bEtuSVRSMTB1RkkvYTdSUWptM0NRTm5McDlqNTJaVUNjdElzWDczVlRnUUhhSlRlYnlEWE1Jc2JNS0VpeFlXWlVJYkJEQVIyaGFKanV5S3dRSHdONXg4TUFva1IwNUFSdGpack1qdm1IczVpR1RpQlJHd0lDdUhlUGxVdUZZWW96bThpVHdsVm9tSEVzd3RzMTZWSUdzV2VYcXl1alphTUpLWlpOa0FHYUtqalRGdlJPRTQyd0t6LzlhdUZLTWdBRVYvWUsrZ2hkVGY5dVl5UExIaFBnZ2lyeVNZeFR2d0g1VFBKU2REYkpqUGRHNWZoRGxLVW5KaHNRQVVjZWRuY0tkTUR1ZU5PbWxIYWZuY295aWNqb2JQZGNKRG10MHhEVTl3ME15cXNiQzUzTDg5NUY1WGMrVE81TzJZNU5rZ0xaVHVkeG1nSjdkUE1tcXJmVWxJMkNBdFoxM3dZUFhsaVdGSG8vU2xBSVpRUXk4dDJZb0U1ZDU4UExSa3VCRVdwUTVZb0o0OFkvRHVDTmI0OFhQVGxXYTROWDF6ZE13N3FzcStuTVE0OENlaEhpTFdqSk41ZTZSMzRVVzVkTGFBWXg0b0pwVG93MTV4eEFrTVA3OXhoZWZ5dHRYd1hjQUk0N01ETTBsTmZsZ2VsQ2VaSXdOa21Ia0RiQWxCNExwVmdjMXlnL09rMFdNTnV5d01SNlYrdW5RaG4xSkxEODhIWmExVlBqYmpvOCs1Tmp4bGpNdzJwQ2FTVUM2d2pyQ200WFNFS0lESHoyMzV3MG16T24vUTNqeklIMTZXeU1OM0IzRUFCaDM0ZmJ2UGlQeEt1UjlVNDlGMThXUng1eUVQbkgrTVdEaXd3U1JTL0NSRUJjQnZuSk41UDlIbDYxMnBXOGxXK0ljNWNzdi9DNEJ2T0QxZWc5ZXhoZEVTQ2phM2kvZEJXK3FwVVVUSEFGZXh5dHEwK3VWcTlub3liN1hVWnB5bzNqZlpEVmZqVU1NbmFZcnJxQW4xcndObDJvbW9zUjBkamFxL1RDalR5eFRmUjFmSVk4SHc0eGFTVWYySlZZWjNPckkwbjBucmtMUkV3dnJMNllRQjVWckpZV3FtdG1wSkc4UkdFTzU4SWtsamVvL2ZYUG1RWU84anJtaUMyTktLS3BQM2JoSnV2Zy95czhyK2JuUE93ZTArQSt6ZUJQOW9GU0JIUUFBQUFCSlJVNUVya0pnZ2c9PSIKfQo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WEh0NVgyVmVlMjRzSUdScGMyTjlYSDBnWEYwPSIsCgkiTGF0ZXhJbWdCYXNlNjQiIDogImlWQk9SdzBLR2dvQUFBQU5TVWhFVWdBQUFTd0FBQUJoQkFNQUFBQ2U0b0ZBQUFBQU1GQk1WRVgvLy84QUFBQUFBQUFBQUFBQUFBQUFBQUFBQUFBQUFBQUFBQUFBQUFBQUFBQUFBQUFBQUFBQUFBQUFBQUFBQUFBdjNhQjdBQUFBRDNSU1RsTUFJbFNKdTkzdk1oQjJ6WmxFcTJZK0MrUldBQUFBQ1hCSVdYTUFBQTdFQUFBT3hBR1ZLdzRiQUFBSzBVbEVRVlJvQmMxYVhZeGJSeFVlcnpleDk4ZTdxMUw2MlBVTER6d2dMMmdybnBCZElVV0FtdDZOS0tGQ1JEZEFXcUNvM0JVRmhQcGlQelJCQ29xOFNLbVFLb1FYRVVYOFZRN3dRTVdmWGJWRklGVHRDaFVKRlNydlUvbVJLaTlsYlJJbm04TTMvL2N2dG5QMzdyb2o3YjFuenN5YytlNlpNK2VjbVRWanFaZmN2ejcwc1Urc3B5NzJvQUtYQ2VXZEIrdVowNENsdiszcHZab21KLzZ1MDU3Q2tDSGFuamdjRGFCT054UTVSMVRSM0ltL1MzUkxZWmdtMnBrNEhBMmdUTHVLbktlYm1qbjVkNU0yTlloN2xqUTErVGZSeXVSQlJCRE1FN1Vqek1renN0WnRUUjZNUlRCTEExdDU1MUNMOU44MHdkeXplcnEvbm9MQUxlTzJ4aGZXZk93bi80anRuWDhPb2F5WHhuNHUwL1hZR1lZeC80TEp2eFNua3diNEx3NGJ5Ykx1R1k0Njl5dnZpVi9HZDh5c3VtZmFyRWxyc3ZubHgzL2s3L2UrcS8zbjI1YVJmK3RxL3djR1NlN2ZSSHRjZkxCOGplaXpRVTY0bG5ldmNKK2RjM29uM2ZnQW5IUG8rZVkrSTdvbXhqNURQNlpUVmtxWkhubk43UmMxQTUyZmVOM3pMYzlYS1dxVFUwVDdlc0FkM3RNM1dBbCtzbkd6eHJMeG5jdjBNNVp4SGlJU2MrZmRiZGEwZS9JOHZjQllwcVdqWmFaRER6RTIzL3lNbmEya3Y4ZXlxbEdXYlpUVTFqWmJwT3VGQWRkME04NWhYcVMzMFRUYkk2cnhFZFBZankySkVMVzh5eHRadHNlZktDVzVPQmQ4eW9BYkRrZFFiN1N2Y1piWWNicmRxbkNoNVpoVnpMc0NLMUlzT1hWM2pUSEhoS0VDYmZDQjl4TC9Lc1ptcUZmRGE0SDZ2S1lLekh0ZDArSTlReU0zZFFicnNVaDltZUIxdFZYN3BCeFRwdEZSMyt3Q2dLZk1qTEV0Z1RYdnFZbkxKRlp2T1JBUWpwT044VUx3TE1YTTQ1c1NaQmFwWFozb0M0TGJNS21MN2RSUklycGlMZGtDUGdDYTIxRWRPbUsxWU1LaXZxRDAwZ2dzRXFKVzBMVXNqamF0WS8vQkorc2czS0t6YWpyejBqT3hocFI5RExhRWVlU2FRVy9DK0hOS2sxdnEzYVhiUmdBMmVYak5vSVlWWDNzY1dWL2pKcVdTZENla2JReW82dzlYV3F1ZlpiQkZuZFRuU2RyV24zYUViRmVwcGRDVGRjRms2T1JIS1ZablF6YmQ4WGtmT2pRSkt1UEZpNXA4V2E2ZGFYczMrbTlwSG9NekczeEhqc1VUcHJ4aUtwWUFMRmlLcjBCYm8yRHgzdm9jNDdNWkxRUWlkd1h0Yit0WUUyd1NnUDFHOVY0azZVUDBZUFZPQ0F0clh4UVM4TFZMSVpFd3JZcGdnZEJ0bUdaYmR5c0JGdEhuWkxXa0YxeTN5bmRDV0VCVEV3S21BKzVHc2RTbUs5ZzJJR3lMUmp4Zy9ieklZT1NFRmt0MVNnaHJXamxLK0srd093WkxLZW00RFV5ekZpRmpid3BZL1JxSFFOcEdGUjcxU2dqTG9PblMvNElDR2F0cXg3aHNkOU55SVBhK2RJSURXOEZBbU45dWVEeXZKNFMxckRlV0UzVmJXOXBjdWxZVFpVc0tGUGM3SkFZaStHMEtSdWlSRUZaWGVSc001eDhkS0YydEdaK245ZFF1TUIxenJsQVRiTzZhNGZtSWhMQjBlSUhZZGNhZXJma2tNdU92UlM3MkFHK0NVb3FNdldjSjVOT0RHcDdjUCs3aWlSQzBJcXFoUjBKWU92RE9DdE0zbDBWQ2VFa3RNRVR2d0tWeW50eVRMbURCbUs2SlhnVVJOK0ZvMENkYWtzR0M4S0tRVmVjTE5pWGp5dFN2MXdXdnFsSVFvY21jQ0lCMXZsOXpQSE1vYUFkV2tQQjgyaXJJNFVKR01saVlFVitPMHVDbVBIMUwwQjBGWjFGcEM4a0pnb3VJSVNXK1h3dTMwZTJZVnM5eG1kYzQxczAyVjRRWThVZ0d5empLRmwrS0t2NUUwSmVKM0p6eWtBNzNWYk1pUHluemJjY2pObUFwUDljUTZRMjhpUmlNbG92U2tZRkNTUWJMT01veS8xaTN5Q1hCOGN1VnpjaGtBY3VGVmF1aW5TdDFFL25wRHFpNTNqcWUvQ05rdWxiUW5pYm4rWEw1TVdBdG5Pai9YVWp5UGVwYVdBa1drcFhmalUybEZxVEJBMDJtK1ZPdUxRY2s5N0FWTmlPc0xLZDJYa2tkai9PdVZGS21zMWZqUFZVWnFhMWNzeTgydXV3LzQxVTRVVkp1QzJ1eXlUcWJuQVdsYWRkWW9NK3pQQmFwUSsyczNBM1RXTVRXbzZKWGQ5REcrMlg2dnFoaDdlalRvTzUzN1BtTU40eUV0WFZ6YVVIYkE4LytoQWwzK2FMd2t2RUdqczd2N24zOGdUWEpiZENaWnIvTjVtaXYrVVBCeWJzRFoxQVQ1THhMVjE1cjBwZGxUendiZE82TkpnMTJESU1UbzJEbHVMM1lZNGduRVJhZXJQSEJLTm5tdWJZZytPUFlKaDRvK2VlOE0wVzhYL1UrenFzb015Zk9GUVVCcTFxOTJyL3lRVlhCSy8vVzZmNm5mbDZ6REU2TmduWGhiWFJ5WVJxaXdGL2RsbFRzODNnbGxwMkFHWUcxSE14T085Y2dsR0Fhb3NCZlJSSUcyU0tleXl1K3lvSElDS3lxOW5kQ2JJNW5lOUNSOEQ3Q1IrOE9tYTdiSHRKNGQwM2hXd2lrdEQ3aC9Kak9BNjBDQThkZEdTTGVHZEoybDAwZTdRZEd0SFFTSjdoVmZyN0JQeURPeWo2aEZaWk04NXpuMzVCUzZmalRXYkVGL0Zsd3E0SnBySTY2ZGsvR1RDOERUVXhEQWxadzBYaUVWM1lrWklsd3NxWHpCVGpJWUE0VG5LKzFFYXdmcEJhNmN5Z2JDRnhvVHFDdzYrcVpzM0hNbERQYXI4YTAzVFVyRXpBdW1KSGZNV1hGZ3BvZTJKTEN5Y2RQc3JVV3owL0dyZW9JaStHSURDckNTMW56RDNLbXVhWVk3cll1MStTZ2RKNFpsL283UWxUbUpZLzZVZnVBdVoyVlU0SGFsZFFSUEpFbzliOWJROFpHdURVdFJpZGNOSW10M1pMUlh1bHpwam9BOWlBcnVMaXkrR2RVUFBicXV1UXVCd05UdEd1cW5NeXowQk9QZGZ4UStkZUk2STQrMk9Pb3BRRkdPcVhQd0xVNFBmd05JVGNEc2hpZXdZWW5hRFhjZUhqMUZ2RjdjbG13MS93T2dqT1JET3VzWWFqYlVoTFNlcDBuK3FTVlZZcW9hOXBzeE9GdXk4cEloWUovcUZsQjhLZlhiWTFUaS9vYzdOZGJzTXNoMU9DTEFpY2g0OUwxWEZXalAwQStNcmUxYkx5U3hBRkwwNERrdTBFOEZlUUZKK0tLSUk3Z0FSZzEvelF3cnJhL2pxeEJIcGJIdW9RT2pEeEl4ZFdYWkVvSXRGY015SE5ObmdqRXlxOEdPaHhLSmZ5L3FIb2dsOGVVbnNrYUl1dDdLSUNFVUJ3eGdxa3VZRzBFcHJPZXpCMldiUVhHSExnU09mbkV3T0pIUlpSSVY4aytsR2Rrcmdnc2oyN0ptWkZwYUhkL0tGRDhRa2ZEYXVyYm1RdEg2TFpHdzFLM0lmei9wMGZudGtiRHFpcER6MUpnTTJRdW4rNTkxSy8zVk9uUnNCQ3FhM3pLQm1CWnQ3WGcwaU92RzllUktpUXViRFFzSEkyMjBmRVNidDlzV0pyeSt1OW43RnZ4bCtvcGdCd05pMzJkOXBmWXU3eFR2bXdyNzhnc3RoUEtObElBSkVXTUFTdVBxT2pTRFgrMmRaL3l3ZFZ3enBnV3JqRmdzY3lxMTN1NDVqc2tZbDJ2Q1FEMVNjS1NLckJaS3U1S3hFOFpjTFdyUEcxYVNqSnl4dEdXN0x4b0U3T1dkdmZPV1NNb1hXSjhXQ1hqSDNENnJ3Z1VjN1NUTGhvamJTU3NiMnBmNVpqOEFjZnZJaGN3NVE2NUtERXpKQ0pHd1pxalFVMEl4ci9ZZEtCR05JZkQrOG9xRGRxSjVoeGowQ2hZSFgzdXdWR2tvdVJ4ZjgvTGs4VXhKa2pXWlFRcy9vK2NUU0c1YXM5dERnM2UrTnN2dnZlSFpET09OV29FTE9oSUtjbmtOL3kvQjNvNXg1b2lTYWNJTFBpQkRTdUlYeTRWZVJVNW9QU2dvSThnNzRxRHRjSnh5SUtqb2JpblpGWGExendNV2RQMFliMnh3WUlCQkVDMjdXUUY2bTN3bWtvalpJTmVWOXN0ZFFxUkxoaEFnaGVSVStybytudi8rU2dBUEhWRVFpQlFCSk9Ua1BxYUgrSGRzdFJ2aSs3aTBUU3V3dkpTcHVBYWZXdkdoZU0vM3pVN3lYbjZObU5QK1c3QTBGUzJ0bldwYmJ1bVNYWDBUd2VNMFBORWo1b0t5N2ZvTWR3L3YyQTUvRC9QdTdycS81R0E1cVh3eHJsQkhVNk5zRHp1NXBkTWpXVXVlNzBQdDIwZDFLejVIYzlGbGVBRW1sT29RRms3WVRHWGNBKytIbWI2Ni9wSGtHemVPK1hucDBYbjN3eGNVR3F4citBaS9BTStoV20rZVpmbFhWUG9Sd0ttK1dCRTVyME8wUmZqWkR6bHdybTM0MW9rTHl0OFhmaEhBbmZ1ZjFjdGZPNC94NC9JLy9HM0o0ZXA2eFVFYS94SW9CZy8rbURjMVpPL0cycEN3NlMvR3ZNamdXSDlrN2Y5SCtOOC9qTnllaEJUQUFBQUFFbEZUa1N1UW1DQyIKfQo=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NnWEh0NVgyVmVlMjRzSUc1MWJYMWNmVnhkSUE9PSIsCgkiTGF0ZXhJbWdCYXNlNjQiIDogImlWQk9SdzBLR2dvQUFBQU5TVWhFVWdBQUFVQUFBQUJVQkFNQUFBQUJqdk9nQUFBQU1GQk1WRVgvLy84QUFBQUFBQUFBQUFBQUFBQUFBQUFBQUFBQUFBQUFBQUFBQUFBQUFBQUFBQUFBQUFBQUFBQUFBQUFBQUFBdjNhQjdBQUFBRDNSU1RsTUFJbFNKdTkzdk1oQjJ6WmxFcTJZK0MrUldBQUFBQ1hCSVdYTUFBQTdFQUFBT3hBR1ZLdzRiQUFBS2FrbEVRVlJvQmMxYVhZaGpTUld1cE5PZDlIOVFkMTZFN1FpK2lBOXBaZmJGbDg0cURDck8zaDVZeGtXUTI0cTc2eXJEYmR4VkJCK1NCMmVFbGFFanpJS0kyQzBPQytzK3BORUhseFZOUkhieEIrbFdYQjM4SWYya29nL2R1cE00azltWjQxYy9wMjdWdlpta1NTYzlYdWhVMWFsVDUzejMxS2xUcCtxMkVQSHp0ck1YdTV0eDh3SFZHaysrL1BlK3FndmZJcUpPc1cvZmFSTGZBSXpQOTdQVE51Zy9HNGhrS3Z5a3hKOS9OZnJjai9vd1B0TDVyYVIrNWNYdXk3SDhkei8xa21ITnZNdFVZcjd2S1hQOCttTDNwWnJwazBYK24wUTNWWTlERk9LTFJKLzJDS2xHSWJ4T2R6QSs2SndQYVQvVmZia1gwSzRRejlIamI5QmQ3djBxZlo4dTZFYVpObFhGNVlNNDhTdTZmbzV1OHdCVlBrZjBwa2RBSTB1eDFHU2ZhZWR1aXpLdGl1MDdOVEhWaHptb1p5RjJsbDRSWW8zeEY4SWJJdXpwOFJIVlZTWEJOMC9mRktKdCtsaHptZVM3ZWs4MVRmTDYwZGpiRjh0MGE3RlhSTDFCclVUM0FxeEdWR3QvRi9RNWVrdjM1bUNJTnBWa0kwOTZTSkl2dUlIT0dmcTM1TEhQQXNtNThwNkl6SXQ2Vks4UkZDSG9Yck1paWRaR2xpTUhGUkg5NjZZa1dBTWY3Z2dSd09wNFpvRmVsZ20rbkFLeW1KeFNMSWhOeVcwZkREY3ZiVW5KU2dadnNFeGRoVUFjMG5xaWYyVkhXakNxU1BJU2RXUWhSQWhyaDNxMmNvYm04M1didTVKdlB1a3lNMFE3c3NNK2M1VFNhUHRNWlFxT3ZFWDBXZFhjcHFORS8xcGRGSWk2TlVuRzY2cmVKYnhOaHVoQU5wYk5wTGw4UzJUbWJURTVmMU5FdDVRSS9sa2U3b0xUbU1NOTQwaWlTUnM4MUpRd0ZqeEhUOE04ZFJWMUdrMm9xc2xHbGU0cG1zdUhQdTE3YzZRblJuSElIM2lzUDZNd3phcnQ3Vi9aV3BldVp3UUZpUmtRQlV3cTlGWFUySnd4eU5hRzlIODlaRnRqOGZnV3lhemVtZVNhd0dUbzkyRXNBRmpuK24zS00yQm84R3FMT0pBd2MrWVp1WGlwcU5venhxVWV3aEMyWEtCdG51RFRsb2JyK0lGUWVvdFBPUVpBcVpvTUxuWXNocWZMWlhiMUZlZjFtOGFabkZkeStFdzhMdE4vZlZFakFvUm5sSlFnckFKdEswOXNsZjZqMjJZNlZTUFMwKzYra3VXenVKckpOVGNpUUk1bEltZFdnWWRQYlBQS005TXBlN0ZEbFdTSkJXdGZ5ZkpaWE9ZdEpLTitSZ1RJc2N6R0RKYW55NEJEbFJNU3NBNVU1Nkx6U3BZdk5Jc0tNM1BnaXhvUklNY3l4T21FenlqeGpBdlcybVI5dkY2NGxIVG1Bd3FzSWp3Y2lsUkQvWXdJY0lXZHpKbkRXQ2pjcktSYXJnUHdJbmJXamVYRDlPc1g0VkFVeXhvUjRLRnhNZ3hmallWeERZYXJxZnFXczdQeWVqbmtBS1hjVWZQTm0rbTNvWWdsaVZIRFROczRtWjdERjdRYUszV1JkMkRsQUxOUHFBN2VjdHB5bmI3ZWtqVExaL2NQRllybWQyU25lVWEwWUdTeXREa0ZSWHMvaTVSN2hzcE1aRGhmeDk0TFFIaDR5MUhydE4yU0pNdTN6SlpXblNzWVpKL1JBRnJuVVhPWTFWdFk5c2ViUml4N3FIYUFja1dSQXgzYU1iU09kRXlSbUE4N3U5NXZzWWVYc0kzdXFsNzlNeHBBRzh1VVkrVzA5TGJkMWRuTmRCUVBXa3BWV3hzZDY3UWw4dnFWbUE4Nys1SGkwYjRZRlRVMjlUc2FRQnZMbW5JT3EvaFRhWWZaVDBWYjc3Wkk3cEE0NUUxR2FESmJKT3hGTWE4M0d1YURLK3dvTkhOeWk4emlMMzVHQTJoam1kSWFscVE4bU1zRUYrVFQrMHFEeXFlbnphNjNwMUFYSXJuQ1p6WlVQL01oSHE0cVFrNG1CbGQwNHFVSXgxbkZTK2U2ZnpITXR0amlNRmpHdkUzcE4wWXNNN2p3MGlYRm1wV0xaVTJERmRNcXBELzBaZ1FMYmlzOGxvOVBLWWpUQUJqVXJSNVVobG93MytpR1JqSFlaM1VtWCthOWRocHowOTdSQWtOT3pnRzFaa2c5c2RqVFZTVFV1QXVZcFRyT2d3dmFGeXdmaksrWkN0RWQ4YnczdzhNQjd0MHBMbkhVZ0RsMGNuWm9mRVprb2w1Z01sZnhqcWNlV1ZkNmxtemFmb2F1VThVQXhIbTc5M3Q2R3NuQ3plQnBuODhlcmJDY1Ayb0NHSThhWnNHOG5DM2VpT1JwVFVXNHhVczFJMkNxOFptV3FRb3h2YU9yZjdpaFN5RSswUDBZVjRWNDc0dWRENkwxenZCUzBlY3JuTnMzWElWWE8zK01COGphTUlCWHBJdHpyaUhQUGZmODhWNXJwdUkxeDlKSUFWemh4RUtMYisraUpCTTJaQzdYTDNsaEpDdXJYQnRmbVFKWTlUS3l2SFIzMk0yYy9KRFRIUTNRZmRnYTBEbHFWL0oycGl3anZYM2tqWVU4UkJwWU9FVlhiRis2RXFSSko2ZEVNbmc3VDVPWHZLSlZaZERFQnJTaE9STHpyNG4yZHlGMUVXVzdUbEJwT3hrNHhHREsxVG8xRXBzVlZHSzdIY2JyMlRDNHhaeHhCSmQyOHJvL3BValIyTitVYUxVbDdQSE9nRTAybVZtNUFKcDF0eld1ZXVJdVpzMkNrUXJ5Q2s4ODZ4SGZKL1RUUHNzUnUxL242TFNNNTRSd056ZlFUYW5wdGh4WXp0Z3I3L2ZzcmQrdjUyVDBLdS94RUxNUVVtZlRFYmZ3cUNUYTY1dkJZZkJhelJrNXhtb21wTzZCa3BmNWVVVGR0Qi9CTFRlMHZpRmhVRE9OL3hlNVJQZmJOWFhqUTNkTGFmbkxuSzA1eXpuTk5VbEtGb3V6KzZoWURIR0wrSSswSXF4ek0rMHIvamFZWnAwUUpmTUM2VDMyNFlESUppSldXWnNQa2JoR1lLaTI4elFxZWNCNjdNdEtVd2JWVWxKbnZCbkMwc25PMDJnM1NYN1IwQS9XcVJ0bUpCRjVMMmN3QThPZ2tURCs0akxSeDJPcDVaUUpjM1lSRHc2RHNZd3gxeEJsYXJGSVJPcGJjVXZXbHZrS3lyV2x6ekxSRm1MYnB4d0ZPQmI2MlEzdWM5Z3RBZjdJWVQybDZvcU5jbG9oUE5MWHZHM1BhTk9EczBGLzJOaGFBRlJ6aGNFSlcyNGJHUXhmR0d3OWtEQVkyak9paGdXTGxqeUFvWjF6WURjUjIyT1ljTU5QVU5VM3JnTlBaV1F6bU5Uc2Uzd1RhaUNEOWhQMTFEekdrVEVjbEExT0NOL1FjN0U4YzVyYm45UUJjRktZUExrcHJTa0xSdlNXSG9Hc2g3Y1VUOFJrRzhNQk50aUNWeDVJR0J3TzBOd1h5VXZtZ1lmaUNSbHlPTUNxV1JxNHUzVy9nMmF1WGV4OFpFS2dYTEhEQVNKWnFNa1Iyd0FZaDhHbGtCNy9rdzFBcnNReDE0Y0R4TEZ2SDBxdjRoNHozZ1N6VWZkOVFueTkzMWVjVXdjb3ZrUjNpK0x0MFFVbkd5d0VPdk51SnpLZk1ZT1Q0b1piVUJTd0c0ZDAyODBHejVqb1hrMW10K05IZUF5QUluTTI2anhXY3c3Rm1QVmRCV1hyL3dPZ05rdWNXZVA0YWI1OWxFME1INy9ock1UaldGQXpMOGVKWTVPM2xHRERDcHBVNWZnQXl6Yks0QzZrb3ZETTA4R2tjRm01UXdGK2pXTmZZSE1aWElpVnBJQnNPT0FxeVdvNFlXVVl3SG5xMVpRS2ZBM2lWQUg1QkpiL0Y4NVNyM1ZDN2NjWVBneGdtODkwT0Z4VmpEeTVwOGpuVXVrWUNrN0tNZ1NnL0FDM28zUlU0OU5wUUwyLy92bUgzL25GU1hVZmEvd1FnTENiTVp6TnV1UjNIWjdzWTZrNEdWTUtJS0pKUFJhSjlhQVhCTEpWSFp2UmQ2cDVZVCtBcXpGQUhJWDFwWCtWN2pJVlE5YTVQdmtTaTlQZnJnQnBQMWFMLzh1b3k1WkphWFFIejNyTU5zRWFkbGgvdS9LdmViUG0wUDY2ZS9ielhtR0MySlJvNFBGVHBvUkpHeCtXYkZQVWJTbDI5ZE93QVNlbVRheUdvT3ZNcUZRVHhQRUVyY3YwRFNHZWRXNFFRVnVMZmZCcUMrMkpQbTNubitXMG9zdEVUOFFxQzAxNkVuZi9yOFFVK2ErVVI5eHNySEp0UWlWT1F1WlliaFVVOEsya2FGc2ljeTNxZktnVnQxR2JzLzk5OWJ4SnU3enVzVFpnd0lPa3dLdjRYL25OSk5GdDUwM29FUXZSQlpjKy9ucmhiOTcxTHl0NERaOGozdThZa2VtMlhOTTNkSm4yelpxbFRhQ1NlVTlBOUV3L3djK0cyRUJhL1hvMGJVckZ6b2VEYnVuK1BHUG9rU2grMTE5TzRaYy9PVC9JaEs4aFhXaFFiN0w0eE5uelB4M29hdjJ4YStwdkxuWS84WVBhSUk3eDkvMFBUdHNXK1YvWSs5Z0FBQUFBU1VWT1JLNUNZSUk9Igp9Cg=="/>
    </extobj>
    <extobj name="334E55B0-647D-440b-865C-3EC943EB4CBC-4">
      <extobjdata type="334E55B0-647D-440b-865C-3EC943EB4CBC" data="ewoJIkltZ1NldHRpbmdKc29uIiA6ICJ7XCJkcGlcIjpcIjYwMFwiLFwiZm9ybWF0XCI6XCJQTkdcIixcInRyYW5zcGFyZW50XCI6dHJ1ZSxcImF1dG9cIjpmYWxzZX0iLAoJIkxhdGV4IiA6ICJJRnhiSUZ4N2VWOTdaWDFlZXpFc1pHbHpZMzBzSUhsZmUyVjlYbnN4TEc1MWJYMWNmU0JjWFNBPSIsCgkiTGF0ZXhJbWdCYXNlNjQiIDogImlWQk9SdzBLR2dvQUFBQU5TVWhFVWdBQUFqa0FBQUJoQkFNQUFBREdoNjN0QUFBQU1GQk1WRVgvLy84QUFBQUFBQUFBQUFBQUFBQUFBQUFBQUFBQUFBQUFBQUFBQUFBQUFBQUFBQUFBQUFBQUFBQUFBQUFBQUFBdjNhQjdBQUFBRDNSU1RsTUFJbFNKdTkzdk1oQjJ6WmxFcTJZK0MrUldBQUFBQ1hCSVdYTUFBQTdFQUFBT3hBR1ZLdzRiQUFBUVgwbEVRVlI0QWVWY2EyeGpSeFVlNTJYbjRTUXFiUUVKTmY0QlFnSlZUdEVXZmlHN29sb1YxT0pkMFYyMUsxWTMwRzBvVzhvTkZQaFJJZXhLM1dXMVZVbVFGaFgxQnc2aVZJQ292RHdLcUR4czFCYUJVSEZBRllJKzVQeWlJRlE1bEkzcFpwc2V6cnhuN3R3YmU1UHI2MTI0VXU2ZE9YUG1uSmx2enB3NU0vYzZoTVI2cGYveC9nOGRXb3BWNVArUXNEbkE2LzhZbmRPdjd6U1lEeHhHZENURGZlY3FNaG5mTTFOcnhDY3Nia2xUM3ZtZFJTN0RPY0dRQWxqYm1YYzNwYy9BeW02cUpWSm5xQVJkMFpFTWt3REYyQnYxZHJoVTBjbTg3WjgrZEVNbkQzTHFqUUNzeDR2Ty9YLzRDVTdjUzlSMldnQ2JyVzdvRkdCRFFESUZGK0lGSjR2UUhMMWswZm56blg5ZEtuZERwd2FyRXBNclptVXFubWQyOGVqRDZVc1dIZHJIcnVnQXpNZURSYmlVeXh1ZEtZQkdlTC9pb1Y3ZTZBenJjQ2NlT0FKU0xtOTBKbUFyMEo5NHM1YzNPalB3NzNqaENFZ2JIRHBYN0R2Y1dRcTBKcGp0NXBXYkt0d0oxb3duMzE5MEpqcEhmaFdPUU9ZUkRDYzJ1eTNDM2RBcHdHdnh3QkFocGIvb1pEMkF6ay9EVkZjQjd2NTFXSUZGaTBZbnRjODcyaUExT01ENW4xNzhybG54MnNjNmp6YzBJZlBLWTUxdmhZK1NaZ3BMUmFBejdCMmw0NXArMGordU96ZTAvL2lLa0NGREw0UHZPbG8wOVlSLy9PdUNoejIrVkFPNHdTVHc5T2NCUHU1U0hVb2tPdWtTUEY3YkpnQm5XWjBINEh0d1VOY3V3SzNQZVoyY0pDRHo4ZWY5cm9ZcTJZMW5PRG9aNzFFYW1LZExtN2Q0YXV1YktXM1ZoSW9oK0ErVFlmRmhRNmRxV3pmNjl0WUVtK1pHYkVNQTIwWWpJcE9SNkJUZ0J5UlZ1aGtnUit0bXZEVlMwNnZYQ2ZnWklhbTYzSUdsV25BemJkckhJdFZFRm9Tak0zS2U1TEZQMVFzVk1xejZjV0s3TWlvQzl6RVI0UWY1NnVjckpCdUkvaEVKWndkVWxvTWUyUzVlRUlYT2FYZ1ZHU1kyQVNxVWNRUlhyam9IQ25NWmp4YVM0VTE2eHl2UHpmUmtUK1BCcThoN09Eck5OVElEcjJXMzZPeXF5WEMwTkk4OVo0b3h3dWNERStBYjJhNWdCUjlvTlgwMVhTajhIdU9VQ0hReUhtc1RIdWx3Qk5vSENDa3BDODF5NDcxU05HTWNOaXZZbUdubzZDYjFtZ3BIcHpSTHh1Q05lcEZLS1lpcE5ZMm1PeUxpaTZwWUt3SjhKWnhjaExSVU8ybU9rSEVRODVCbk9VV2F2YUtGSmlMUUdSWE5hQW1yOUhBNGZPR0NDR2t5eURLK09GTXRBSnRTYzdzSnEwUFJTU0VRTTlEaHgyNXRzUzZNL291UVVkR2NFcWNGK083bU02aXVQSlhvc1dNcEV5RFhtbEJNTkRFQ25aYW8zdWFtUEkwTlJUdGFGL1ZhYkFyaGhHYjVhWEh5WE8zUlhMVnlUSVdpTTN5ZWtHV0F1eGhuVlJ5aHRJdUV6TUViakNibWlzWFhCdUdVV3VMSk9PbXRJTnlESXN5NGMwMlZXWWx3ZEdTSGlURGhVWnp1dU9PUzg5bkhzYVVkNDJQVkZNKzJhTG9sdjFzbUZCMXFKdWd0R3F4eUhSYlkwOE9zaUw2dzBqcWxXWHlJQVc5ZkRZcTBVRi9vZ3hzNmh5bEVmdDRpUkdYQzBWbVdaaUJzYUhtQm9DT1FCOHdaY1NieiszVW0xUk5PSUx2Sjg0elk2eTBVbmVVREZBaWhyc1JOSVVPZG1zODdqcDZFQVdIeHRlUmFwVDJBYUFTQ3NXNjFCd2tyRmlFcUU0NU9RYXdOMkp3MVd2TXFGTmFVTklKQjBOYkRTaUEyZFY1bExqb1JpczdWcUs0R2FFRDBFazFJM2M2bTRUb2xqUWovSCtCYm9HVkVqaDNMc0pzRGhrUFF2SFlxRkIxVXNNSFlERitEU3dHbllVRU5FSjlmQ0VFendWbHRLK2lTQzBXSDFwRXZRTXdtNExsL2haYU5xUmpJNHVPRGhPNXdpVExweXdIRElXaGVPeFdLRHJxZEltUER4S3pnUjhUV1pOVThvZ053QjgvbTVTeVVwUmYxakVJSDZUa21TTTRpbXBHVFd6cG5KQ2srQlFwQ3lDcnFtd09HUTlDOGRpb1VIZlgySWF0REdBU3FJYXVpZzZiWFFaYnYrczVIMWdwOVJxR0RvRlJZQlRtTGFDWXZKbmRiempvV3pIQStCWXFFa05WbU53Y01oNkI1N1ZRb09qUFNaQXdUbnRCQUVmSTNoazZuUW1XQmJxb3R1cWRjRkRvaklnekZ1SWV2akZTYW5Od3RzWXdoU2ZHTlNpOWVkcFpPQnd5SEVOWFVVSFRLMGpnTkU1Nnpqc0dlMmsveG9STWQvY0pHbFBBZTZGSG9LRkRhUnFBckhMUjAxRlM4NGx1V1M1Wlk5UTNkRGhnT3dXQzJrcUhvTktVck1VeTRFRENSYTByQVJoQ1A1VmN0aVJlWGlVSm5UcTZRSlcwbnlMdE9wWnVPV3ZIbEpZcGkxVGVhNFlEaEVBeG1LeG1LVGx2YWlZekVzSXFqTk8weG8wRi9kTmFTZUhHWktIVGFJb2pDeFlCYUtMdWtnemJXQ2lMNVNGMllzSVJRVnNLbkE0WkRNSml0WkFRNlBHQW5IbDJucnFjVjBFUnloTHhqRnBQM2JWWHdUcFZ1NEIzWEN0VjhScjY0V3hRNmNpdURTQ3dSOHJVS2xUb3BYQisrUThVR2ZZb3BrbndZWlJRWmdhLzZUN0swdURsZ09BU1QyMHlIb2lQWEJoeTRkYlFheXM5WEx3L1JRYnMreXlSazJWNHNaS3hZYVkrM0tIUmt3RHZCdkROZm8wZkVoR2VyVXZaMXBrSHk0ZUxBQjRrVnB1VFpDdU54d0hBSVVZMjEwQm42T1k0VFh2TDRoQTFjbW0ycWx1blNrYVpLY2VUV0dGZVdveVNiUll0NGRWYmE0ODFHNTkzeW1CU0hJTWNrTE5OSlBzUTNGU01pQ0p5akRuaHNnNVlyUHZWV2tvWDB3M3FkUXlZSERJZkFWSVhjTEhSYXdBZGtScmpFTVdyQzQ5Z1VHbXJnV1dXV1RyaFJ1V3NaNHpGcFNVZUp0ZmtRRFR1VExIUVErQVpuVjY2bFNoZURFZDZzckZqY0M3U1o1U0xsVkh6cXJTVHpQMk5pRjhLRk9XQTRCTTduM3B0eUljUWliQ2svdjVvVXhCTE5UN3hHYXhWZ0FRY0IvOVFaQzZsdVk0NGEyZ0gySk9RMEQ0QkVycmNIanZtSzRzUklZb0ZuVkJoYXA5TExYSU00Uk1WbVl1ZnJPY3FwK05SYnlSb2RyRHorNmNzQnd5Rm9YanRWTmJZc3VDWndlMDd4eUFxSEVxZFNtV21xMG5XN3RJNlZKemVYbUlpME9IK1JwNWtrN2UvaVhCbDE2cDVVUWE3aktnd3QwR0l2eHpSTzhjRTdDWFE5VzJRa3hhZmVTcFlRN1l3L3kwckZ6UUhESVV6djc3eG8xcURwektrM1A0V0EvT2t6cHlxc0NKY2YwZFFxdGZCVTdmdTBPU1ZNVWdzcGtuSG1nZExDL2VYRm04U014MDBtMVRwWG9aemhWNWgrY3VyK0x4Ync3Y0E3MzNLS1Y4cXJWd1hMRXFZOE9yZGhicVNJRXAzTEtlKzlhRHZqL0JXdDRwT3VFbzE4aGVCaHZIazVZQVFKNlZySDA0TTA3aGRwN1NhaXdTOGh6Wk9SWFJZK1FUSTRjMXJRR0pZZWNZSFViMk02MjFzTmZENE4zMlE1bkZEd1VVeGRVK3JrQkNIa0Vhb2ZaNVc4VmxnZGRHbHNBS2liWS9PWnp1TlYwbG9WRXVmbzFxNTZmZ2c5ZFhPQjBSUmZWWVE3NUNTY3pkVFdSQVgrQ0lMaHVPbm1oZGxwdldFcGNML1NoTVU3RDMzdjBPRkY0V2JJbFl2WEgrQUNxM0MwMW1sZ2hIR3U5aDFHeVhoYnBhMEtTMDU1OE9oek5mZzA1OFI3Rlk2OVZJT3RkVVZ3RTZINmNhWXNIanJ5N1VPTDhoVlVhdjhkaDNqZE5vTENycFMvVlpLbmJnUUQwTWRMYUxKdHVGRVlydUpqTTVEV21NSW1XeXRXOXpVclRmMkpQdmZ3TlZDc0NmbzJ1c3JUbVVmOG96bE1QdXQvaEJQSStQNWpsRUN2OUw3SE9vKytqNmZwUGZQSzRjNlJIMVkwd1VuMXJKOGM0WFd6OTBoeHc3VmpEU1Z2NkVuLzFoeE9yaWM2ZitRMHhmZkFQWkxwd2RyUkpabm16MjYyYy9KVjVQUFFkYkFMZzRRM2VNcTVqeFVkVWh5RW52V1RZM0dvQzhodzBKa3pGMHBDV21leGdsb3VNVWpBNENYMG1wc1BKZStWMkxQK0ZIZTJlOVZuMTNmUUtjdVFqZkdsb2NMQ1N1SHBjS1hlc091clhMdWhrakVtZXRjLy9YcU1hcVdvR1NPY1o3UTh5S2lUWnVsN1hycVBGSmhnQ0Z5azVKQ3JGRUxiTzZsMy9TTlJ3N2FYUm1CLzE2ejZkWGwreGFobEdsamo1bldCOHdTbUhTZXkrMVEvREJ1RHBWNzFrK2E4MFpxNGtqaFhGa3hadUxrMlY3VjZFUXUxeGJUMTZtVld3alRmTlFTSWU4LzJySi9VS252WDVrakFLTmVhc0lpVzhER01sYTduTlBhakQ3eGFsbUZ4R3IvWFY4eGNiT21lOVUvYVFXNWNEYWpKUTJvdXNLQ1FvUGswT3g3Ums4MlhCOVJCN2VNcTdncVc3Q25mczM1U0xlNUpVVlRscXkzSGd5N0dER2o0YVljUDI3dzJoanNSUTlROEVDVi9UL1NlOVUvUjg2TStYTGlyRjMxSDRSanFpMzAwMXpSMUF5V3F5UmNkN3B5cDhBb3gzM3ZXUDM1VHpKcWx1S3RBYm54U1QvblFjZjJIZHR3N2hEdFNXaCtlZzlWZkJmamtiN0ZYK09VT2JPZmM3dW1RU0M5ZUxsZi9LQVBXZnkzQ2NteVdaRDA4QnZpNzI4dThXc2JuN0YyR3k5b1h5b0QxdnhWaFlTZTk5RDNjWDV3ZXR0U3ExbFk0T1V4OUpBeFcvK2NBenIxY1lkMUxJVHk1WUVkQnZzSGJJZHdKMW9relAxRDl1SWhmcU1qZTRLcGtydWlValBHaTNKZEhoanV5ZWorZUE5V2ZzUmR4bk9RNXU0LzQwY2tDcDBTSE8zYU5lSE1EMVk4bnNuY1ozVUZMTW5jU1dESWozMkNhVm1UVTZIZHlvUHBiMEprMU9vaWZFdXZna05ITHlwb1F1UTJETmFIa0lQWGpiTEhQSHVyQmpXWVY2QWtZdmRETWlpeVI2RzJRK3AyWmhJNm5ZZlVlalV2a2x3Y1M3Z3hTUDlyRHFnWEduSnBJZ3V5cHFZYkFMVm04aVdRR3FWLzdQTkZWTkpCMXE5ZSsycGM3azg3aTYxZG1rUG9SakhtclgwaFlzUWc2QXZLaVRuY3Mvcmd6ZzlUdmdPRVExUHQ3UEZTTk9OMkpENUNwSDc4WUZKYW8vb0J5Qnd5SDRNdWpWZnpvUVFiTkFTSHhaUXRCVTZhZkhZcWozU1QwQjNyaWdPRVFhdktqaHBQOUQzZm8xd1AwNWF0NUphbmYxRXZURGhnT1FYeFlRSCtoMS9kd0J3KzY1TGNVcXFGSjZsZEtSY0lCd3lHVWhTK21IL0ViL2pwMTV2RG1CNFBTOXBySCtFSitMSzlFSmFsZktSVUpCd3lIZ0x2QUNtV3VZc04xdURQdHdhM1B4KzZsVVpjMUJGUnZrdnFwUHZOeXdIQUlLZjRWL1VQNGtSUC92SlZXSC9JNzF4SHlZQ0FhTUFYdktvMEhLR3JQS3dVa3FWL3FsRThIRElkQXZnRGJzK1JOL2tIamRDZFQ0bWVJcmNCK1hrcmQ5Yk1FNEs4RmFpZXBQNkRhQWNNaGtBenVkRHc0YjU3dVhDMjJydVhnVVZsQStrVm54MnUzTDY4R2FpV3BQNkRhQWNNaDRCY3ErL3pORDFlTWwxbG83R2Vabk9XNDBVR3BNNnVCSmlhczM5VHVnT0VRSkxjK284UFBEc1NyeDd3STFDUlBITS9sWXJpVXBQU2IyaDB3SElMa250RmhiRjBHemFVRldScmZzOHpOMGhHWWxINVRzUU9HUTVEY2ViV2dZMFJiWk5USndIWmVzdTdwbVY4SnI1NlVmbE83QTBhUThPVWx3VjVTTzNSOGFacWp4Q0d2SDd2U2VvUEtWbGZpK3BWbVRBVEJDQkltWWF2QytQRnJCTGtIeFRyNE1lMW45OEZXZ3hYRmUyTS9XMUlpazlldlZHT2lHem90R1ozaEZxZ29LbFpwekliWFBUbEJpUFBCZjdha0pMYVMxcTgwMDBRWGRQQlZtemhaTFlQNkhVd0p0bDU2NFVmZm9GOG14SDlOV2tGQzh2cXRIblZCaDI2YWk2eUNPa2lnSDNmTE9XYUppaWR6Y3NPVWs3eCtVN3RyT3pQV05wQit0WktqRmZEb1NhMjBmVDNucWMrYjdVdGV2Nms5RkIyamZYaWt3RDlCTGNPMnJJY25xQWRrT3ZablNzMWZKanB4L1hhSHlzRlhFTmllTmMyU2hjMFZtaE1iWlY0Z0o1dG1peTgxWWJrZC9BVmV3dnJ0bnJRaDhISVBaL3FHWmhrU2IvcCtZNzR4dGZEVHZMR2s2a1ZMVE9MNkxlMzBrNXlLUmNHNHhoeSsyazIwZEJnNkRjMGxmOEN0S2JHbHB1MkpoZitTSmxuOWRrZlFoeWgvSWtyd0I2OFZ6WFFDdmtySXZVRC9TNkM2Q3RydlBOUlExRmdTemVCcW1MQit1eE00aitndkVjenJCTUJ0T3ArcHc1MzRKYW9KRGlucnViZUxYMHByMlNHcGQ4MEdpQW5ydDdVWHhJSnRVRFA0dVpQUnh0UVpmL01ERGFPY2Zwd3FFVDNkcDQrb0RYVUQxSSttWXpvWjNxaUhjTFl0R2Uxemt2SmZ2cEVwLzZCVG1BQWhJZjFmOGUxUDIwWFBuc0dYU3U4eHpNZnBjSUd2Y3p2L1V0cXBGUjhoQ2YxWG5JR3dUOXV4RS9kNkVGem9yYTROTTR2YitaZlNWb1dZTXdub3g3QVB0blBoN2M3ODdwZTM3R1E4eitBK0ZIOHBIVkU3WEdhYzFQN3JINzd4aFpkMzNlSm51LzFTZXRlU2U2dVl1UDcvQXROUUlzL2tPODRGQUFBQUFFbEZUa1N1UW1DQyIKfQo="/>
    </extobj>
    <extobj name="334E55B0-647D-440b-865C-3EC943EB4CBC-5">
      <extobjdata type="334E55B0-647D-440b-865C-3EC943EB4CBC" data="ewoJIkltZ1NldHRpbmdKc29uIiA6ICJ7XCJkcGlcIjpcIjYwMFwiLFwiZm9ybWF0XCI6XCJQTkdcIixcInRyYW5zcGFyZW50XCI6dHJ1ZSxcImF1dG9cIjpmYWxzZX0iLAoJIkxhdGV4IiA6ICJYRnNnWEh0NVgzdGxmVjU3TWl4a2FYTmpmU3dnZVY5N1pYMWVleklzYm5WdGZWeDlYRjBnSUE9PSIsCgkiTGF0ZXhJbWdCYXNlNjQiIDogImlWQk9SdzBLR2dvQUFBQU5TVWhFVWdBQUFqa0FBQUJoQkFNQUFBREdoNjN0QUFBQU1GQk1WRVgvLy84QUFBQUFBQUFBQUFBQUFBQUFBQUFBQUFBQUFBQUFBQUFBQUFBQUFBQUFBQUFBQUFBQUFBQUFBQUFBQUFBdjNhQjdBQUFBRDNSU1RsTUFJbFNKdTkzdk1oQjJ6WmxFcTJZK0MrUldBQUFBQ1hCSVdYTUFBQTdFQUFBT3hBR1ZLdzRiQUFBUlhVbEVRVlI0QWVVY1cyeGpSL1U2TDl0NU9LRzBLeUdoeGovOGdDcW5hQXQ4Z095S2FsVlFpN2VpWGJvcmxodm9zcFF0NVVZVStPZ0g5a2Qza1ZwS0Zta1JxRUk0cU5VS0VKVzNRQVZhSG5iVkZvR3FLa0hxQitwRHpsY0xRcFZEMlpodXR0bmhuSmt6YytkeDdUako5YlVFVjhxOU0yZk9ZK2JNbVhQT3pMMk81OFY2cGYveHNVL2V0UlFyeS84aFp2TU1ydjlYN1V4ZkREWWZiL2FZelllT2dIWmsrNE9YcXJJWTEvT0Y4K3pZUitOaUZqT2ZYSUNtMGZsSUw3Ykw3QkkxcHhoYjY0VzVoN2JYVVQ2N3A3b0gwb0dUcFB6Tkg3M3JXWit4OVI2aWx0bGxhcDFpck5RRGNROU4xN0dqejd6M0pzYXU3b0YyNENTVlRmUW9XY2EyZTRncXNIZW9kYXkzR252dzZOS1VacC9CbGxyOE50bEY0RzdBcWVCV2psN3AyYnNpMnlDbTArektidGp2akh0QStMRjA3K25abWM5QU1DYTNCTnZwbnFaZFp5dFMralZ6c2hUUHMwNmNWK00yeWppNlYzaWJ1TFFZcTNabHlOaEMxN2I5Tll4SXFUT015YTdzajJPYzFPVUx4RzJlc2JQZEdJTmhOYnUxN1JNK0poY3FCRVBwK2ZmSk1qN3lET3VRVlV3eWRyZ2IzOUV3M2VtR3NsZjRNcnVIU090c2M2OU1Ca1VIenBCbUREVFExYkluR1htbitMc0IwWUJNdHRocmFjY3Z1QitPc0dabzREbkcvdFdOWXBiOXUxdlRmdUhnakZjRWp6WmpjL3ZsdG12NmF3NGU2U3gxcFlMVlRsbndDRk01allPOTJyM0p3ZDBsQU54ZFNaQVVCdVhjSmp2SC9oaXRnY3hqakxITkhuUGlzN2RFNThCMi90TnRaTVh1aTY0YlNiL3djY2J5QWhkc0ozb00vYkxxaGpmancwYnBOMUd0TmNidWV5YXFRY0t1M1Z3WFJjaVdJMVpXNnFCL3ZPblZwY04rN3VUUEpDRStiempmZWJJWkFqSnZudTg4dnNzUnBzcWZJd2JRVldzV1IvM2pDRWxmREU2Rmd4czVkT29zVWNqVVM4TzdFWnVtbnc1Ty9aQncrT05iZGNadTFnR2kvQTNHdnVCQ0l5R3dSVmgwR3RKbDltUjkyMlBzQW05NmlQMmMzUkVpRmRtZEwvbWR2QVFBOHFtWGcxNkdLakVqbjJYV01lRVovd2xNek5QbHpkdDl0ZlhObExmcUpHS0VqTjNBZzQ1TzE3ZHVDYVN2Rnl5aGEyN0dCcjZrMSs3SjZNeXNWSUVPTGJLbnZGVDVOckwrakwvbTFjUG9kWnI5MXZOU0Ria0RTN1hZYmRpMXorc01kbEZtOWg1bDdMSlhnREhWcmxTOVVUV08wOXZWY2ZMakV4UnViYnpHNWFvM0kwTXhkUUEwSVJNcjFhVksxSWhWcTFsd0RkdnpIdVpPYVhLVFl1MFlSSzZHZEJOZXh1Y2VhMVJtS1FWaHBtZjZuZzlUdnJ1eVY5ZThXZmIyekJhdXJycE1SOHNMTUhMaEtpc1VLeXk4c2UwcUVBVFdNbDExVlJISWNHMTJKTElXdU1yTitMeFBFTmVFQnRxSFBhK3NMSFJHR08rMTFJMHMyOFJlNWV6MUVTa3NBampoZEw4ODUwMndxNDBTSWhkcGFlWEFkTWNvdjZoUnJMRHdSUGJmVXYwVXNrRDVWdEFCaURSN2dkTGpEaUZyMFc0ZXAyNjBTSEUrekdKQUxzanpWcm5LTWdGRm1pTGpTMnArcjJsMTIxWnJDaFF4eXpvaTRXaFRYQmlIeURGTzNTa0xtSVYzbjFoQkRlV3BhRlNPcGZUYUhOaWFtR2NkdEdEamFsR1gyc0tVYzlCUnNLTjF3bW54SlFRTG10ZEJ1MHRZcU8zQ1hJa1Jmd0JqeTJHTlFoSy96Tmk5dkxsR1J5anRrdWZOMDBFWkdadUIxNWJKWll1Y2s1SlJKUGVnQUpHT1ZyV2FoYnB0ZUxoSXlDekloTWRodWNOK1F5b3hnTG1GaUVJVHVVclBOblhkNUw1ekRXYVNhemZFUkRNQmI5SGtrQVpadGc5VnlyNWdFN1NPYlFZZTZFRDByODVLMkJoZUZjbEtna0R6QzdLOHd4TU9SSnMyeXJJMEE3S2g1VVVQSElFOFlNN1FCdW1GZFU3bmt4T1lrZm1UelcySGVzTnhBc3VIVVJFa3JpeE1JWU5CUHhBREI3L0JGV0hndFJoWUhGNmhCeEIxTk1OMUtvb0hBTTRhZ082Vkd2dVMwMWlrMkFDUzFyRHhPbUMyS21FZUpFRmJQMUEwME5VRlZkbERJY3VjN2M0QkVGZVhHU3AxSVhVVXJWVU1jNHdjbFlXM3lLWEx1UXU3NGlqREFZUzRWaWtuQW80QkJRRWJIS0Q1R3ErbGpsQ2g1NkNmM3hQSnJMMnFEVlk3VjlyczdpZ2tlWnlyZHdITXZJcTRFeW9Id3BsYTQrU0FKeVlKM09FU2g2aWJvd3dIb0ZEdFF0dGVwWUFBYnFmRThhQXdSd1NnTWRFTnFCZEFPL0NpUmJRVTVDb2t4RjArY25JRm1YUmdKbmtPa2FzSUszSnhTK2NNSUlXbmxBSXE1SVRoelZHR0F3aHh6Vkl1Nm9SQ3ZYMllDV010S0tvcFNjRkI0eVYyRm1XNTNtWHI3cDd0NkhVSlNxbHlSbklWWWFWQWk3c3RWeDEvb3lMd2xGS2tDamsxdnpuS2NBQWhybGxxaDJNT0cyYWx5V2dtUEJrcXl2TmU1OXJwVkpFa2Nnc2I4dHFobEhOY3NpQVlrOGVGc3hRUkVTd1hkeXRNMEJUZXVMVEJpaE02SFdVNGdDNmR6T2xiUzRWVGtjYXBtZkM4WVdUUEhrTDk0RUtIOWI2aENIZGZhSGZadWlxbHRMVjhneHkwakJVb1RlR3B0NUlVOWJXdU9NcHdBQnF5WHF4ZHFtSTE5NVFPaFBERUV4clAwMHk0R0Zveng3Mit6UGdNd2hIamlrRzhxMHFXaVhkcS81eXp5T1psaEN5SGRpSkRsdTZvRlY1QmFwR2l2c2JQVVlZRDBKQzFZcFk4TGFaVjJ0V1dkdElJdStZSVRmdmNhTUFmWGRCSWQxbXNiUXNDMzlaT201SW9DQVlMa3FkMDBGcXNnUGw3V3pRM3lJU2xDaVVSUEIxbE9BQU5XU3ZXNk5CNGRrTURvc2xjRlhVZnRYY1Rsc0ZFOHA3M1BoekVnMXRWdUtOUXBJSllzY0NyZTdsbEphMGRac0RGSE9ZTVFSTkxudmY5S2xhbXlQWEIreS9vMEZkNHU4U0RMS1BFQVNMcVgrUmx1am5LY0FBNnRpcG5aUTVaV1ZFd0xNallBQk8zRHJrbmdrVDB3aWtHdTc2QUVBRGhBQ0xtaXJmMmRhdlJMS1JwSllkRU11R2Q1TjVaS0crTUZqeVBTalB2Y0dTSkI4RmhnUU40WTBxZXJYQ1Fvd3dIRU1yVlNqVWhBZEwyTlE0ZCtkMFNmOHJqRXo1eG91ZkxHRHJTS0JSbVRtRFBDQzNKYm1HVElPYzgrcmxsWmNBY3BRWDJBWGxNQ2xPUTV4eVdjWkdQaUUzRkdDV0I4NWhEVEd4Z3U4SUQyMjV5QXA3U2o0cmRPZ2ZzZFdWbDVkNzhPN1R0YURHaHJsbHlpUk5vd2xub0Nwb1RuSkhNNEZURFlmazZRaUEzNDhvb2s3SUFVbC9nRFgzZmFyUTN6Nnh5R2FqNHBpQldycVdHd1dCTWRHdUdnbnNSdTFrcElhYkNneFJNVUhML00ySDRVY2RVSElBZ05lODFkaEt2QUdKekUxdGdrWWp6M1NtY0hMajRlZThrZDN0RnRnaVRBSC9xak1Vamoxb2hEd0huaVNJQkFweitMdGhoOFE2QWZESDhDa01wZUtrMHRJSGNLL0FIRngyaVFqZGg4STA4Z2hTZWVpdFp4OGtxd0Y5NE9jcHdBQ0d1S2xIR0MzMmo1QTlpZ3JEbmxNaXNZQ3BoS1ZXNHBCckc3Zkk2RUUveHIzNVFsK0w4Ulo1bWV1bkFPcVpSa3JvVWlpaFpYR0t1YTB6R2NaV0dGbkd3ZnA1em1CYVRkNFpobkRySlFRcFB2WlVzd3pySUJITzZTRWNaRGlCM3FQT3FUZ0hsSXZVTUg3d0p3Zyt0a2hvYVU2citDK3hPR1lxZ0l3Z0pXZTQ3MCtUK0NyUzF6dmpDWkZLdFMxWEVqTDRpNU91enM4R3BDdXBWd2JKVVV3R2NtL1JLbm85ck9lVi9DR3duSzZLdHdwT3VFa1oxMW9QRGVQMXlsR0VEMHZVT2o4NkNLQnVVK0RwUzZpRVg3OHZNYmdaT05US3djbHFzT1NvOTRxTFh1SnVUdDdlYThIeU8vWVRYOElEK3MxQzZ2dHpKRXlEaUVTRWZGQjVlaHprTnVEUUtYZ1daeHVCYmlOWUtjWnpIekw1MmVRUTg5ZW9paHltOEdxVTczaGwySVZOZkl3THhzSlhoSkVDclYrWnk0WWFsaUg0RkxVVmVGREt1UFhtVDZLWlhZOGZyblNaa0dKZnFQK1VpTXY1V2VhdktpOU0rZStLbE92dXFFQTMzR2p2eFdwMXRyU3VBVzRpUVR6dDkwUVV4bk5TaGUrNFN0RzFRQ3I5U3dWWlpucnA1a0lBK1dRYVRiYk5ieUhBVkhsK0JTREVOWFRZaTFzNHhLNDMrSkR6M0NFSkY4UzZFdC9FVlVjNDhGaHpQUS9IRjROTUM0R1VQblVBQVh1bUQ1enRQZkZpVThaNTU4MGpuMkMrckljQXA5UzNmT3lab1orNlg3RWJySjVxSzM4akY0TTQ4TEs2bk8zOFZNSVgzMFAwUzZaSDY4U1ZaRnMrZGJPZk1XNERuZyt2Z0Z5UUpWMFhKdVUrVUhGQWNnTDdsZXlmaUVHZnhjTFF6YjU2Y3RpNEFnUXFYa0NSQThoSjV6UzlFZ3ZjTDdGdCtpclkyK3hWbzBEdmFxY2lVamFPbDhTUUpMSVpuTHBna1NCZG1NTUZLdSttQVlnRDBMei8zVGd6aWJCYXpXanJQMndvTVk3Szg4RDB2N2lNM0JBQlM0Skpzc3A1bHF4NVB0WC81WTlURmVPUVNGeGp2bXNHd0lSTnJEcTFnc2dXYjEwV0JZeTA3QWVUMzZVRVlOaVJML2NyM1ZnZXhzbUd0ME1qRlVHRnpyVWUxUmduQW9jVzB3K2dsME5WZDdCcFVOYTVDMy9LOWVqVXVtUm9meUYyTUJRdmFJaC9Ea1RDZTQ4dEZmTURWTWd4THdNUzljVmF2eFZidVcvNlVtZVRHMVFIcm05YWkwZ1FLU1BPTlFyallBbmxBYlV2UHFyekxidGxYdlcvNVhxMjBMMEhkaUE4WWpnZGNqSjdRaU5PT2dHMExhZ2hlWGFabzlYQTMvdnVDOXkxL21uWTArNUlXUVF5N2VobzdORUtxVC90b2dUbDlNd0xWNHV1ZTdweXJDb0tZNzMzTHo0b2orSmpGQTd2cm1OejRwSjROV01mMUg2SGo3cEh1eE44dnhYRzQ4bXVNZmZuUDBCZjQzb050NTFXblZDRk1pY0xncFJvVEtBeFovZzJnbGhOejNvd1B4d0IvZDRkYlVHRjgzdHhsdUtnRGdReFovbnRBTGZ5a0Y5L0QvYzBaWVV1K2VvWDl2emdRZGxBR0NoaXUvSy9EaC8xdlZQa0FVNkNldkQxVUp0L2c5VWgzYkpvNDYwT1ZEMEg4U2xXT0JxS1NIdEVSRFBtaTNKZDNUWGNrK1NDZVE1V2ZNWU00TFBLOE9jYndlL2J1Nlk1SkVXOXRxUExoUlBaZWJUaGdTZnBPQWxwbTVSdE0zWW8waWtFWGh5cS9aWDVWQzU4U2g4a2hIM2hGV1JOb2JtUFF1bkQ1RDFNK3JCYno3S0ZoYnpSckRFL0E4QUl6Sy9GQ29yZGh5bmRXRWppZXBqRjZNQzZxTHc4bDNSbW1mTENIRlVNWjgyb2hFZGhYU3cwVXQyVGdKbElacHZ6UTU5RlF3VURXalZFSGFsL3VMRG9EYjFDVlljb0haU3dZNHdLQXVSRU5NeUMvMittT3dTRHV5akRsTzhwd0FPcjlQUnlxZGpuZGlVOGgwNzkrMVdhV3FIeEx1S01NQnhESW8xWDQwRUltelJhVCtLcEYyNVR4eHd0MHRKdUVmR3NrampJY1FGMSsxSEJtOE9rT0hMUkphYXFmU2NwWFFxbmdLTU1COEE4TEVMczgrSFFIRHJya3R4U3FvMG5LVjBLcDRDakRBVlRJRitOSE01cS9UcDA3c3ZrSm05dCs2NUJmeUkvbEZhc2s1U3VoVkhDVTRRQmdGMWhGNUJwMFBFeDNjajY3OCtYWXZUVElNcVlBNVNZcEgrWHBsNk1NQjVBU1g5RS9DaDg1MGVlSFFEOFNkRzcwdkVlc2JFQm52S2N5SEtDb1BhOWtrS1I4S1ZNK0hXVTRBTytiYkh2T2UzZHdoM2E2a3ltTE04U1d0WitYWFBmOExETVdyRm5VU2NxM1JEdktjQUJlQm5ZNlBydXNuKzRjb0sxcnhUNHFzN2p2dXBxdEgxMWVzYWlTbEcrSmRwVGhBT0FMbFlQQjVxZXEyc3NzTVBZTG5NOXkzTm9CcnJNclZoY1RscTlMZDVUaEFDUjJlRVlIbngzUXE4ZUM4UTVlWXU3dnVWeUtwazlLdmk3ZFVZWURrTml6WVJyYmtFbHplVkcyeHZlc0NMTjBHQ1lsWHhmc0tNTUJTT3lDQ3VpUTBaWTRkTXJhemt2VWZUMExaNlBKazVLdlMzZVVZUU8rdlVUb1piVkRoNWVtZVFTTytJUFlsVGFheUZ0ZGljdFhrcUZnSzhNR1RMR3RLc2VIcnhIa0hoUm80R1Bhcngxa1cwM2VGTytOLzJ4SnNVeGV2aElOaFoyMDA1TFpHV3lCU2tSWXc1d05ydnZ6QklqellmM2dxcFcwZkdNc08yZ0hYclhSeVdxRnFkL0JsTm5XYTYvODZzZjRaVUw4MTVTUkpDUXYzeGpSRHRyQlRYT0pFNmlEQlB5NFc2NHhnMVU4bFRNYk9wL2s1ZXZTM1pVMWEyd0Q4YXVWUEJMQTBaT0t0QU05NTJrczZQMUxYcjR1UFZJN1d2L2dTRUY4Z2xwaDI1SU9UbEFQeTNMc3o1UmF2NXgxNHZMTkFWWHNWeERRbjdVUVpZWnRuc1VhYlpSRmcxeHNJVnA4cFVuRDdjREg5UW5MTjBmU1p0YkxQVmpwR3lIS0NMM3ArNVAreHRUUVg0Z2JTNmxSTXRna0x0K1FqcC9rVkEwSTVEWDY5TlZ2eGRaUjFtbUdXUElIM0NFa3RsTE9YRmp3YzlwazVac0RBUitpL0FtMXdBOWVxeUhTYWZZOXozdUE0WDhKVkZjeDlEdVBOaFUwbHNLcUhRMFRsbThPQXRZUi9oSkJ2MDR6L1ovK1pCcnNpL0FscXE0Y3J4S3V2ZDMrVWxvWEZGVisvNXdGVFZpK0tiMUlBVnVEWnVCeko2MlBxWFBCNXNlYldqdCtuQ28xK3ZDQVBxTFd4QTFSUHBpTzdtUkVweDZGMWJhazljOHB5bi81NWswSGR6aU5DUUFTa3YvZHdQeTBuVWIyUEx4VStxQm1QczZBaXlMTzlmNmx0RU1WSHlBSitkZWNZMUdmdHNNZ0h2Q1pIZWlOb1kxeWkrdjlTMm1ESU9aS0F2SWg3WXY4dEIxSGt2bkxIMjd2WlR6UHd6NFVmaW1kajNuVWZiTWJ2UHpSVzE1NW8rL3UySWd2N3ZSTGFac2c1bnJpOHY4TEk2cUtWamFXeEs0QUFBQUFTVVZPUks1Q1lJST0iCn0K"/>
    </extobj>
    <extobj name="334E55B0-647D-440b-865C-3EC943EB4CBC-6">
      <extobjdata type="334E55B0-647D-440b-865C-3EC943EB4CBC" data="ewoJIkltZ1NldHRpbmdKc29uIiA6ICJ7XCJkcGlcIjpcIjYwMFwiLFwiZm9ybWF0XCI6XCJQTkdcIixcInRyYW5zcGFyZW50XCI6dHJ1ZSxcImF1dG9cIjpmYWxzZX0iLAoJIkxhdGV4IiA6ICJYRnNnWEh0NVgzdGxmVjU3VGl4a2FYTmpmU3dnZVY5N1pYMWVlMDRzYm5WdGZWeDlJRnhkSUNBPSIsCgkiTGF0ZXhJbWdCYXNlNjQiIDogImlWQk9SdzBLR2dvQUFBQU5TVWhFVWdBQUFtVUFBQUJoQkFNQUFBQmxyOHNyQUFBQU1GQk1WRVgvLy84QUFBQUFBQUFBQUFBQUFBQUFBQUFBQUFBQUFBQUFBQUFBQUFBQUFBQUFBQUFBQUFBQUFBQUFBQUFBQUFBdjNhQjdBQUFBRDNSU1RsTUFJbFNKdTkzdk1oQjJ6WmxFcTJZK0MrUldBQUFBQ1hCSVdYTUFBQTdFQUFBT3hBR1ZLdzRiQUFBU28wbEVRVlI0QWRWZFhZeGp5VlV1OTgvWS9lUHUxcEtzeEV2YUQ4QURLSElubXNBVHNpTldvNEFTUEN0MlJzbUswVzNJWklBTnkyMFI0Q0ZDMkErN0UybkQwb08wQ0xRUHVCR2JGYXhZZVNCRVFVdkFEa2xRRUFyZFNIbEErY0g5UkFBUnVXRzN6VTd2ZG9ydlZOV3BxbnZydHQzdHNkdW1wTGxWZGVyVXFWT25UcDA2ZGU1MWp4Q1RTdm4vK1BHZnVyRXpLZXIvaitqT3hSSnB6M0NjbDNkdXZISWpmajF6QXB1RU9VbVovUkFOY01KajEvc2ZlL0l6TitVVzEyY25YeUkrNVFQRDBKeXF5V3laUFhNVHJjejVKOTlvY0hGc2VWT05mcy9RSzJ0ZVpsQm1vdkNiWUs3UDg4NzlnSlNuLzlYZ2FpcmZsVzhZU0U3S2cxVGpHS3FmK2p2SWFac0pQVktUOGwrL3lyWFp5dXRnOU5DeTFEcmVzT1YwWWRjcTVJcVUxWFRyR09wNXNQSTlTMmRaUG03TE0xWm9mc1piWEZINTM3UFpLOHUzVGVPQ0wrYXpPMXkwWmVra2Nqb3Y1aWRxUFMvS1d3Sy85bDUvY2J2VlJHT2lVcEZIcHI0cTMwcTBqS215OERvTXhTRVRLN0lsWU1EczVMSVR5V1BMVG5Sb2kwR2haUTlZOGNqWk96am9kbjdBK3R1TFVsNW4vRVczVFJrMEkzbGVpcDZVSmNOTlFRNFFocHoweVY4L1dwUHlmMWd3dS8vTnBWbkxsMDdFRmJlNGMvWUlEZmxjbGJJVFFzY0phZTZKMk9sOGVYdWN0TWRKYStGMTRTM3V5dW5adE9lZGUzWTIwa08xMUxaOG5XOGZQQlN4Q1haZXgxa1lXL2Q3a0ExWnRsaVRZZ2Q2REozZk0rUUhtZFpKY1hBK3V2VWpJWnAyMXcyeUlldG5YQkRPTjg0NXNHQmFCUzRteHFFWmFGclBRVzAwbEVldTN1enZET3NLRytJdDdpQWJzcyt6R1VaeTFIYVlWay9uQjVuV1VVZlEvWmI3VC81dHRsd0tMOEtySHVEVm0zRmhRN3pGSFdSREt2TE5oK04xV0crWVZrL25CNW5XWVpRR3R4Y2pYQmMvbjRXRERmZnhMMlkxSkdIcUxKUjhrOHkySWJtcjBhMk9hTEhyOU9VN2YrclRlUGZML1ZjN0RsRDQ3c3Y5UDg1ZVJvZVVXU0xUS3RiNVdwWmhXdWVqV3h0QXliOFdQK1dtUEhmdHFYdUdISHVOSHQ1N3FHbjFjL0ZUZjJCd1ZQWmJMU25mN3dOMCtkZWwvUGtRR2tESWhnaFJNVkdlYkJ1U3I4bFhXNmRDeXZ1cSt6UHlGZjhtV0pGUGZEM3FsMVFUSGtCKzZodnhjUDFtZkM4bjA0b2JrOVRYdDlDMEZxS1g2UDZScngxL0tMSXhna0x0aE8vSWM2Wm5BZzg4cjdaT0hvc2xDMVlOQ0M1RFp4TmhuUUZ1ZzJOVTJSQ3hheFkzMjRaVTVKK0xYTzJEeHZNdFJBZWlSWlpIcDJmbFh3bVJhL05OTk5lVkh5UXVmNDdiTDVDVGFSVUYxdm5RdEM0OEVHWE10UGxXQTVMbDJUMTcybGlVMUpITXNnNXFwZkhhRHhxaWFPTUxDbFZBUHNIMXI4NWFvVkhPZkNvYlloYzMwNFk4cDF6ejVXTXBHMFNHZXJUZHhTRlNmdnM4Mzc3S1dydnY4cFRPSERpamdVeXIwL25RdE80ZllPZStXVHpaQUZhTC9XdDBLcHE3UTkwY1VpbThoZE1HT3NTcEc4NStLQ0RuY2dGL1FGSTJoQlpYVFRMRGhvaENwTmhEeUV6THBYZGRpSnBWN0tMVytYY1lqcGJrY1FPanJYbmhpUUdEcDVxMEdLRHpCOVFRbXRiYUJsVHBlKzBxdFZiTTVseUR4aThZSjZocERxa1VYdTArZGVoYWxxbW16ajF0QTNSVlEzaTNXRmhtb2Y2bUFyZWxtblJvUTRSWU5CeDFqVEpIV09iWW1EWWg5cFVnQzdHSjIxU2sycFNibzF3WjhscVBFWnVqaTJab1duTVF6N3JzNjJoSHp4eElpOEJkTkp6Vk5DeUY5M0c5Qjl0R3lGWUtnVll0dXl1a1Jjb3NLQnNpeUtEUjRvWTJoQmJvdXVyWjB6dGdEVHhENXc0TnRhN1NUMWdIVmNjdGJJY0t6Vkd1RE5xMHNzNkhwblgrZ2VMekY5VklUUk9YNmxXRjJEU0JTclBiRW5nOXZsZDBqZEZUdmVtQmM2OWhLMVJZRDNkcm90MVd0QTBSWm5IYkpMaGtZakZBRGtvbEYyRy9jTFp0R0t3WWk0K2p6S3owdnNsN1poWkpVa05xMnJTU3NTVHFvV2tsbGRybkcwdGJiaXR5VVlkbXJ6aERsUGVRWUFrOFNFYXoycEpWYW5TcHpxUVlCTDNaNHZMQVBPNm9abWdPcVhCMHFHcitZNWRWeHVqYjdqWWRVQndPaENHOFI5ai9lRWhQRVdudVJmRlkxeFh3dkk4cnhwcHNxdlVPVGV2dWRSS1BHYm1tMWFaQWNaaFlpd1BYTGlXZUJGNlh6MHRuVGd3L0VORmhnalVBMUZ3U3dJeUtzU0cwQTZHcG9RMGhMazFBSzlZRzRaMmd1ODh3QWFmdDVQY3RYWEM5WlNzWEx0U1Z0Z2djZ3lUNTBMUStpcEZieXRhQnRPRW05eEZTY2ozNUJYUHdwUEMyRlNPOHVJNnJRRVFCd09FbVNrdnNJNmpGRFcwSVdaY2oxY096WVJDd2hxR2hKU0cxTHhpYTZ5VDRrVlB6dXU2cWRUN0x0TklTSFNna254dllsUVlCcjFpZkxZRzNwVHJBNHU2b2duMEVJZ29BRmpWWldLQWRTVWt0Ym1oREtMWldWUWdvYktpQ2NqczE1NmlYSVRNcFA2cGJ5cnlQRGVMRk11MFRvRStYaEpCaFdwVktsUlJSM29kVVlVdkJSd0ZBVUwwU05aSHJxa1VGd1NxQWV3UWlDZ0FPTjFHNllqWWVqZks2Q0cwSWZCK3o2NHZPNVlMNE9rd0Z4d0dseDFXOXhzYURXeStVeHlXRFhxY3RIaDFtZElhb0dnck0rNUFxWldNcGVyeHZsZk9sOGF5b1dMQ3F0M29FSWdvQURqZFIyb1RsMEtrR2RrSWJRZ2V3Vmk5UDg1ZWQrSVQ0TnlXemZvT29hTTlLMDd2d00yZkVRVDZxZkRQTHRGS0xzU1hya2pjSXFlV1JHcXhyamxKVUxONGlueG4xNENRUFJCUUF6cGdDT2ZVNjBlSm0yQkNBZGJ1bitadUo0T09YcnBIVXRvQUZJNk81TnlRdmxxMnhhVlU2bjJGYVFjNktxbWV1NHpTRU9RNXM3dVBaMTlqR0h5Rjhrd0lSQlFER1RPWGQrd3pBNGg1VkRyaG04MzAyVVo3bVY5d21VSGp2cWttMXhIakpzbWM3WHJoUWRKb0RldlBLVjA0VDJlUUR1K1owaW85Ti8xaXdlR1dXcmZGSFBJS0JpQUtBaCt3WHJRMFJtUENEMXFIZnBzbzkxaWwySWdFTnhzOUhTc0ZnNSt3U0JJU0dBcXhwVlo3cmk1a3ZOM3ZraFNEaE5OOWlnbndjZUljVTNzUVltOU0ybXMrQzVVN0lBeEVGQUEvWkt6b2JRbDVEMzU2TURzVjY5QkdkOHUrakJraTNKTVFQYnFENHlaTUdualQrRVo0NHBPeE1GUGhDRDJkYUJXNStNZDA1ZzhUM09NaG5SNGpmYXhEQ2lyR3VPUG5CMnkrclBveUhTVlVWUVBzanI2bXllUVFpQ2dBK3RpczdHNklXTitQbEpoOUtXTmxEYUJoMTFTZG9CSmxoTzl4WHhJcnFUcHF4bUtyMWZBOW5XbWxWM043emU3TXp2NnpPQW0xcEY0ejFVQ2RqOFcyRnpuZzRsZlFxcXNhY3RaaUVGSWdvQVBnanU3Sm5RMmh4UFJzeTk5ZFlTQ1NPU2FtVnphdkw1UzZkV1hrYUgwdDdvTENLV25iTUlUWHA3cXIxZkE5bldwV25yQW1ycmoveWVVTUJhMVJTeFYyeUdIUDZHclZnMk40a1IrZktFYlZiUEFpL296cW9tOHU4czVnQUJpSUtBS3BuOEZqM3JBWjJsbGZyU3IxaTY4YnFYaUhOWHdKWDVBOGg4RlFrWEh4ZGNVZ1F1SlZLUkRValFrQmFXNnJoQWc5RFN2VW9NMkdxWVdVNkNrb085b1lxTmVrVVd0QWNGbzNiVVNHTzYxVnF0M2p3SGhXK1VIYnRTbUsvQnlJS0FMcHIrdG5UdzJwdzVCMkgyR1o2bzY0WU43Vkc5V1ZsV1N0eUc2dUVmelp3SlpwYVErc21iQ1RFYzlwaDA0VFA5Vnhqd1JBMkZrTUxoeXB3ZDdZcEora1o2OUdtZ2VyNGgyVEMzT0FZSW1tWENHVHg3R3ZzRnExbUdmOWNDa1FVQUJ5dVYxbzFBdEdnTXJPR0tnNGpXU0p3VGp1RldHdHN4cm9hdEVrZVJlMFFqU3ZITzNqU1ZVVUh0VGpJTFBMeGhkOEg3UHRCaFRrV0RsRnYydTllckY5ZElSRkVKV3FGOFZPQ3ZLdHU5bmNVeU9MWjE5ZzFVQy9FRzZyVlBBSVJCWUMxYS8xditUMVFMdnhUUzhvdk9EcUxibWZSRVdocVRWci9YT3ZQaUxNYWlyVHVWYUhqZzNsalljdm0xWE1oMHVxVjY3N1JJTXpzbE1HSytPMy9SRERxaXc0LzhreHIyUnJhWFhiUHlyQ2Yxb09MeUREa29oK0ZuaTNwVDRFdEhsdGpVWUhNOEdyRlQ0R0kwb0I4cTYrY0JkMXBLYTZpQUlsUnNrSmI4eTFLeFA1cFVmNkNLR0R2ZFdWbm5vM3V0bWgvV0ZIcW5YU1FmMW4ra2FwaFM4cWZSZWxkdFg3SkFES3lMRlp3L2xCeTlxWkg1dElrYkZSMTlwQWxWY2FCOXU2ZTZPNlo5azI2N1RZZnpPRmMyTjlXTUl2WE5PNlp1Q3Z2RjFvSHBvUE8waUlLRG9YOXR6YlczQld0b3Zaa3EzL2psWnV4ZC81ZWF6aWk3N2p6dnV1NjFwUzNXdjBPM0tBM1duK2lJSVhvcEhhaVVWY2orZExYVy9KWGJMK212UDN0bGp3NXRJQ3drTVhLc3NTSDdYZXNOWVI5MTV0ZDljNWQrK2dOVGFaSFZvRlNMajZwY2RoVDVDUDVhZzJhM3BPUEdYMjNlR29QVTRkVmNKODROWWVmbTNreVRod1dJVWMrMVovSXB0UGlub1lVWG94dmxWRDhXdnd6R2lDV3J0MG1BS1g4MVpmN0wvMllMdE96OE4yYi9TZi9vdUVBUVdrVVZzU1Rta3p4YWFZODM3cmRzYVRuWG91ZktFR1FuK3YvczRaWnZHZWVacVJQdDI3dGNGbm53L1RzTG9WOEl0Z2hsZUMrZUtxdlllSHpTaldFalFFeUNpdmk5aGdHVHBNSVpMYVpqRzByZjlFZTJYQmY0R0VOUzV0Ynd6QkdhaCtGbFp3MjdTT05kMmFuUUdaMTN5bUVMOUNBNnFyRG1FakFjVGc2azVSdDZIVnNjWXlGa1ZoWmUzdU1IRENwZGUvV29tQmw2YnVJNmkwWTdoRkdVdkRwcTl6ejdMeDJkdE5EdEl6RXlzSTVsdmpDUEVFS0I0bE9iYjQwS0dpZERuRmM3YmMxVG1yamFtRDZ1VHFKL1FEbmJnUld4UDVXbXJzeDFMSGJ0bjB5aUVMNEoyTzdpa2FuWFQxM2d2cWRrbVY5VDByQ3hsQWJoUlhSYW94aDVEUUp1TzJKTFE4Wkd1OVBZWktuUWErZ0tVUHFKcFJRdzRKbisxNEFHZ2RnRkZaV2tnNzhPTmdnR2kxK3VhQUpWcXg4cUs2L3kzUGJOZVlYQ3hvNTg3bGtYY2JNNWxHQm83QWltdFZSaHh2WTc5R0VRWVBwOGgwd0hUZUs1YWttZ1FOMCtNTHRYeDg0M3FpTm83Q3k2bDFWUmgwM3F4OGlJVVlpYU1XTnhnUWNOT3JxK3dsb3QrKzUzTE1YR3Jydm1KK2pzTEwwZ1RFendlVGVLZm5XbC90U0xQdWhNWExIeFBuY015WThnWHhtV0dsSytVdGZ4UVFwUkhCYUNtZnFYRGgzZ0laWWx3S1pIVmJlRFdIZDNoREZDS0dUZncvblhyWU94bWJ5WGhXaVRob3lPNng4UDRTbHd2TDBpdlpmZ25sMzdjbmFzOUlMa0M0SE1ET3MvQnErRWY5T1EwMDZCNkdWMHRPbmIxaDA2cDdIUFV0M0gyZDlWbGlCZS9GV2d5ZUdrOUgzTlFnTXI1ZGpHZWR4ejVqU0pQSlpZYVdRZEM5Z01Vcko2ZUp6akcwTk9aZDdsdXc4M3Rxc3NJS1l1UmNOcHZ1NGYzZkNuTmY1bGJldmNlT1Z4WG1welFvclhkbmY4SGpHOS9yT3hWWHd1dFU4eVBQSVE3Mzg0b3l3Z3YzR0ZsN0xvSjIyODAxSmNVZEtVTW1xS2t6ck1TT3NCSHNSQnEyVGtBa1UwZFIzcCsyZXpRZ3IwSjI5aElnMjdWWTA0TWh1Vm9oeko0RjcyWlVaWWNXWlZTTUFLTk5oUWhheGpXVUUyemFCZHdtVkdXRUZJdHBLekJhQWV3bUE4OWlpYzBUUEVsM0hYWmtSVmdJUkJRRDduUWpDM3NPalorTVQwK3BmZml0TmJGcXNwUGdJUkJRQVlnNSs0NHNmdmhDa2lFeWtXa252QUhxTGIrTHdsOHhLYW42QmlBSkFpeitwdVh1cDdobDk1VW52OFAwMEpWWjhGcWdjaUNnQTZNOWFnRnE3VlBjTTRVWCtxTWZ5UENWVzdQaW1FSWdvQU5TTjVhZmYybmluUSs2Rm04Yy9tYVkyeGpxY0lPOXJMVTE0U3F5a1p4V0lLQURnWXR5Z1hrM013YmxuYTVGODRodVRQQk13YkdLTmlJVXBzVUpEK3lrUVVRREk2Vis0UEk5UDk4eG51ZWcvRi9mZkk4U25VMzZLVC9oaHk0aEsyZUFBMDVvU0t6dzg1NEdJQW9ENERYbTZJYjR2ZnR5TG5oVnFPcDdiVGNWQW1PbzQ4aHArSG5HUUlqUWxWbEpjQkNJS0FLS0FhMTRrSC9qUnMwZk54YjZlRGxDbXFEOU1kYW4xa2QyOUZJRXBzWkxpSWhCUkFNQzNWRmZqNDU5dWVDODNzVWZ1S3pxN0U1UVpCbGpmUzNFN1BWWjhSZ0lSQlFER2RrRlNmUFJpWGxDWGpZL0pPR1BPZDZ2WkJLZkFpczlJSUtJQXdOanJ6aTl2ODRXZ3RzMnRFOG5yV3BzRDJsTmd4ZWNoRUZFQVlPeXlkVFhnb2xjVmRDVVZBbUhVY2VYbGU5bVVwc0NLejBnZ29qVGdVenNHdldhakduamhYaUxnWERUaE8zdTdROFBZTkUxV0xCTW9wRVdVQnF6SWs0YkN4N2N3ZkVOSEgzeWIvcXRYNVVsSE5VM3NvWDdBYUtsUGxSWExCUXJEWk5abHh4TDN2NnJwMkNSM0UrbnBrZ0ZNS05NL1lMVEV1MU5reFRKQmhTRXl3MXRZRS91dVMvdUR0NW84K2ZZM1AvdUg5RjNNUk5OS3dwT1pLaXVKZVE2UkdVVVhxcXFEamNQUVR5eDRseVpJamIxeTk4Z25PVlZXZkVaQ1BWdFAzSXpwKzZvU2RVQ1V6eDc4bHhWSGEyLzVyRTZWRlorUlRKbDVyQ0lpb3ovanJzdFQ3b2NZOTNVdVR6TFBXV09nUnBrbUs4bHAxdE92bWNEYWdVTXB5dU43VkRNUkJkM0EyOVdoVGFTMG5EQm4rQTNNOUZoSnpxOG5VNitBWVRhT0hBci9VWlMvOTkrMko2VHFjTWRkYWxjVEZLZkpTb0lSMGJWZkZoZzQvREIvZlZzZklQaTg3SGRNT3pMKzB4TU9Nb25TV25Kcll0aXBzWktjSG15VHRWT21CYis1Ynppa1orWHZDdkVKU1g5SzFxYUtzMmZQZHl4MDNJWDk5T0U4UFZhU1U4Tk9wSjhSK2VsWktUL3M2b1cyL0JpKzV2WkZKdXB1OTE3OER6czQwa05LUDd5UlFwZ2VLMGxHS3NhVjhLQUZmTVRuc1p0N0lUNytpWTdYVGg5NHM1eWZtOUNQRmhMRDJjcHNzQUkxODQyWDV1NTU3TmNkeTJoR2dmL1dwMWlOSDg5b3ZrelE1YlB5Ty9nL1JES2s4eFc4V1h5dnAycUJFQ3I2ckIzOGh4MkNYaE1CWERJcmo3d2dzMzUyZ3FsOUlwSnBGeVF4NFhtbG5ZUC9zRU9pdytRcWw4c0tuRmQ1V3NxZVRlRWYvdVpEZ3hUdEs3aWw0dzg3bk5FN20rYUVvSmZLeXZ4ajMvek95UFA0MnJBLzdEQXk1UXQzbkNZci93ZVh5T2s3SnZCMjZnQUFBQUJKUlU1RXJrSmdnZz09Igp9Cg=="/>
    </extobj>
    <extobj name="334E55B0-647D-440b-865C-3EC943EB4CBC-7">
      <extobjdata type="334E55B0-647D-440b-865C-3EC943EB4CBC" data="ewoJIkltZ1NldHRpbmdKc29uIiA6ICJ7XCJkcGlcIjpcIjYwMFwiLFwiZm9ybWF0XCI6XCJQTkdcIixcInRyYW5zcGFyZW50XCI6dHJ1ZSxcImF1dG9cIjpmYWxzZX0iLAoJIkxhdGV4IiA6ICJYRnRjZTNsZmUyVjlYbnR1TEdScGMyTjlMRnhvWVhSN2VYMWZlMlY5WG50dUxHUnBjMk45WEgxY1hTQWdJQ0E9IiwKCSJMYXRleEltZ0Jhc2U2NCIgOiAiaVZCT1J3MEtHZ29BQUFBTlNVaEVVZ0FBQWpVQUFBQmhCQU1BQUFEY3UwMWpBQUFBTUZCTVZFWC8vLzhBQUFBQUFBQUFBQUFBQUFBQUFBQUFBQUFBQUFBQUFBQUFBQUFBQUFBQUFBQUFBQUFBQUFBQUFBQUFBQUF2M2FCN0FBQUFEM1JTVGxNQUlsU0p1OTN2TWhCMnpabEVxMlkrQytSV0FBQUFDWEJJV1hNQUFBN0VBQUFPeEFHVkt3NGJBQUFSMmtsRVFWUjRBYzFjWFl4a3gxV3VucG5kN3ZucG1aSGpyQlJRTXMwREVnSkZQYUMxSWlHaDdoQzhNcGFYWGd2SGNTeWN1eUVia3l5RXU4SW1EMEZLOTBObVVZenNHY1FpcER6UWpUQ3JCTWYwUWlJRkFVbDNsQVR4bzJnRzVBUzBjZFR6RUJFUWlucUFuWTYzMSt2aU82ZCtidDFiZDN1bXAvOWNEN2VxVHAwNmRlclVPYWRPMWIzZFFvdzlaZi9yNXg1Kzc1V3hreDJPNENmLzRKVS9lOTl3WGFhQnZTR1JaaXliRFBId3cybk1kcmd4UHZVNCtESmRQbkdyWm9yVHpITVBobEllNkJHenpZZW1PZmJnc2JibExZMkE5ZHNiakR1cDFweVVaVTE3UTk2ZDFDakQwOTJXdDNXbjVZakQ0Y21NMUFPeTJkRUVXbmFwUnFJNG5zNUYrYm9tdENEbC9uaG9Ea3RsVHNxMjdsT1Jid3piZTNMNEpXdnFLL0xPNUlZWlNIays4bm03OHNaQTFLazJObVhEakhmZnVpbE5PVitTZlROaTVzZE02VTJRUzdrNWN5N1c1UC9ObkljVUJsWWlVMDlwblJKbzEvcThLUTE0dkdFY1V6OWVoMGxnUlQ1dkV0UlBUTk14OVJQVEdMbWo0L05HcGpWR0FtOEtVeCt6ejd2djdPTzlLMk9RMFp2QjFFL2k4NVo2VDM0bGZmNjV6K0FZZERpT0xiY2tYeHVEaEVjakFaOVhHNVpDUHBDeTk2VzBYblVwZi8ycmFRMFdOaDg4UmFMTC9rMTRPWldDRUptendWTnQwWlFYVkordlAvMDUyeG1GZDE3dnZkeU9BTGtmWE8vOWFmbzZSVWhlNllIRGZ5SFk3MXp2dlhTUHZtOTU4UEJWc1NRUFZkZVZjNWQzSENKek44UExyenIxRjFCL2w2MS9zaW5sdTIzTkZuNWJ5bCsxbGRSQ0xuaVJvdHhzNWZCOGtINkN6RmJreTgyN1F1bzQ5RlB5eitXakVhbVNmT3lWb0Zjd0FDQmZ2aGtPcTZoYi9RcFJmMVkrOXExN25DQ2ZsZjJiY205TkIrUzVTci9wakRFdkQ4OC82RXowV2RsNytickRKSmp5WXpNY1A0NDZyQzdjRmtWMHJOK3BpZmwwNUpMOFM1R3BQQ0lsQ3lBWDdJbW1EVTdGbHZ4cktGYkxuTFF5SGZtSUVDdk5EeHBaM1R0ZmNCU2tzak9Ib0c2UmFKVlNGMmhlM2xrWDk5L2FsZi9MQkxmdVFvVWFobll1QVBQaVIrMUo2KzN5Vmx1SWYrcXRHd1FCT1hpbm5LcFpiSXZsRlhiM3hKcDhMZDhuUWsxTDNrRjdqdmxaT3RTbXZvREF0S1hFQktSY3dNek9hMVdIbUZsTnJ4NjFJdWhhK2FFZFpBWG9JTi81RTBDVzBxSzdYSk5IYkFiYTUxVTJ4YklXRTdwc0tYWktGeFRCT2NscW5BdjM3QUJpMXhkRUdCMC9Jcng0cWJJdVRzczNXbVdDcHExWkxtQ0I0Y3BHemI4TERpcFdRL1BxeXVCK1NhSVZXUG5ER3JKVjJhUGF3SVN6L0JXRHNQQS9Rb1R5di9sNktGVjV0NVRBTnFUeWVhdGdaU0U2UFhSdUU2Rk1CVlFvMWVVVGxIWGxSY3BVV3ZUdUN3RXh5bTZRa25rRzVyRW1lK3JXcW12Y3JZTjFTdlBRMFZvWlFBcWhQUUx2c3NCeW9aNW5TYkl4WVE0T2hmUWlYSUJWbkkwRzZVMVlKc3hWNDI2cFlsS2dGaU92Vi84VXBIRGFXc21LNHZxcXBqY3YyWml3bUFlbU8zSlBTNWEwbkIyY1pIRWVNdCtXOGlNTXI4ZklLZFNPbGxkWDZmQXFwSWhoOXpXZERoc1B6Sm5ycTFvWDZrZXI2NEs4RTlxd3E3UWpjR25WcXhFUnJDZlRjaDk1TFMvUUx4QzhXeFppdzE3ZjVKV0hLbXJtdTBwR29OTWdYSjFLMmlXWU9oVENMckNGSlFxMEJEREdOb05icmhvcVJETmRhT3ByQkRrRi80SW9RNWtRbGdOcWgwMU9yK0d1enJ1V2IycE5UUlc1djZXVURNM1FSVVIxU3NXWFUreFJUNWZrVmlOcVFZSHNYNXNRTktoQndLcWFLd2pkb0NvWTM2ZGNKM2pldGlsekRvWFlqQUg4eXZZRkdrWmZCRmRpb3RZa2VQWkNhUDNadmtqcXJQRnB0WGNJN1ovMzZTbU1xOHdmcWpvRFV4OTVra1JGN3lRNUdDYmtYV2JNQlYvbk1FcUQyN1QrNU1pYmhScWYxSjc5emNwWEdPZVVVWkRPQjdpdUh4REZ2bHNuWTJIV1k4QjQ1UXdRbW1ZSlFuLy9MSm50UUxlOUZmaG1Kd1VsS2Z0L1pBbGlXVGR0WlhDaFEvYVUxNHFUK1NodFQxb1hUL3VCQk9SV1lISzZMZk4raEFrR1J1NVNmZzdVZEtwSFB0cUFLUGRFNFFGYzdLaHMzaG80ZnNRMFlza091T3kyZFNLMzFKU1F6dDlwYkRCWk14MEg1M20xbFpTaUVHVE5pQ1R5STVZRXBxSEtUaHZjc21tSFdLVjhxYTJyVXRtK2FUUzVKd29QWURCamVkWXNBZFo5UGRiQ1ZsdG1FTXpYdEVGZWV3YXRTSHpKRDZscTBUY0hnNWZJTzdkcUJGbTFIZ2ZlZ2dNbDJvR05IN0Y5dXNhR3UxSGJ0cEdsb01BT3FiZkorS2cwYkVlbjRJbkNBempJVWRGNE9JUU1YbGhpM3lqa296YUlxVzE2UTkwcFBjcjFpako4MDNidlhPOHNRaFN0NG1oWFQ3SFR4V1JIKzBhaEU3VjF0ZXNtM0JMem9NNFFZSGduMlovcW5pZzhRRm92aUVSRmRUQmNMN0JlTStyaXVJR2xTRXhDL0FmenBiWmZHUzFyNmtBV2VNWmMrbVpETTVHS0NhMVN0bFpMMS9HSHpVaE1ZalZrSmpnT3NRemJ3VlRCRTRVSFNIUlFWU3NTczFVNldGVmoxbzZwYjhTODNkZk9FV09rMEhCSkIwN1hBY1hzdm1sOG15a1lrZGlZd1RSUWhPRDdQSXhGUStxMGNwYWt3d0xmTUF5Yk5wMTdvdkFBaVE2cXVtRk1QVVdkZDQwTGNVdzlpaXhVLzNkVUpDOGl0bzVHNmdESEFHS3VCVVpMc1d0TDEvRjVzT1YxbDJ6bWUvQTRCTEFNdTYwb2U2THdBSWtPcXRyVm5oMCsxbGtMMDZiVnZ4WHBjQlJaYUhMWmdCY1dyTjlJSGVBWVFQU3RNZHAyVENrWmhEYkZseE1XUmlHV0lZN2JHQ3AyZmIvQUdKNG9QSUFoRk12TnFRQThYQkhpRDJ0dW80MXdBOXFiSHFBbUZWbjgrRHFLbitqWENJSkZPY0FUVzhRbVYwL3dNS2NDekEybnJNVW5YQkxnYTUvcnAyaHZtcjlBWlE2eDVtZ0x5RFkveTQxWVdjcUx2bXk1MlJPRkIyQzA1TU9jSE5XbG1nMGJHSzJvN1Ewajd5TVdKWmphc1FMSUJvWndnN0h5N0VqaEY0QnpzbVJQam55N3VIYmdVb0hNQzF6ZmxtOGdLT2MyM3JIb3ZJTnpsZDVBT3J5alZBa25KWG1pOEFBcG5XaUdCWWF6T3MrcDQ4RGMzMTVoV0ZWdmxheFRXVDQrYkJNeldXSUU4ZGNlWStXVmpCeTl5YXZ1M0hxY2gvRjV5cTZMWmU3elUxL2lEREp2YzRGMXF0cEFHV2czY0lLNmdHTEhCRG9kbHBIN051VGZ1SmQ2ZUtMd0FBNnlMV0xhNjF6aHFHdmhkUzUzdEV6V3RONmNKbzFkdkUxdFJkTDZQSzBPamk3N0JNRUJpMFZSaVdMQzVpWTNIUHRoWEwwS1B5dHQ2Z2pSYzQ2RFNZSHFPRUlkSURiY1FRbXFoQkU3K3lnR1JsRkNzRVhYT253elFNVWxFeWxReFJPRkJ5Q3NaTEpSWFlzc2c5ZUN0azBWQmk3cmNLNUM5YVhYcUcrSnZESWRPU0VicmM1MXhVK1ZUUXNONGprVjhGRHhlSWx0QktqTEZHdXhVb0lWcWYxL1M0VnpDT3N1NHZCWEF4cnVhS0E4ekdLZzdYcFJMVXpXQkdzaTExUVhMMEJIOGtUaEFSUmUvR21qdWhKUkR3clVpdVZUYTVWUjRUcVdFRHhYMFU1QmZRUFI2ejVLeTRkWVBLU3N2djdKbTJBZ0d4N2p2cGk3bW9lSjZ2aldqKzVCa09wUzA5dFFSKzZPaE95enZBeUxGRm9za082SzF2dm9DZWIwY25TMGtvbVAyNWlibWoxUmVJRFZjNzFYQ2ROTjIyWkdSYXpBdk5JQTZLeTJqenJwZGFiNWVWb29wZXBWY0xySW5pZXI5NldpdnFUS0JZcS9UT2RXelIwaFhrN2pBZjZqd0ZoenBJb2xYZ01ZcjdhUFJmazZHbitrdnd1OVVUYWZwU1dyTjZoTFZWbk9uUHcxcXRIbHNWS1h0OHVIRkVBOVBWRWtBZGxtai9kaWhiNm9MaUdMa2syRlRLUWhPZzNWRnBnNExvOHhjN0Naam16UEt6ZTlBQTViVHpCYXQ5OUcvblZKZCtDVW5wTy9ndWM3S3IwQzFkSlRLZzlZaTVwQ0Qvb2l6NEpuZDZaTGRLUHhhYmxIbHo2bE11TlZldEJhN3JJcVB3L0lTcVcvemcwd3BjTTJWdk43emlzWmFraUt3Z1BzM2xsZk5UNkNIQWY3MWk1RXdpa1Q5aXZtMHVyK3B4KzRvS0IxK1ZTejE0WWp1R1VDaWFCZjZkZTRjU1dRTDc3U2xMK3BNUEdzeTB2ZmJjcit2Z1g0aFZRZVZzbEdPSjJSTDBJdk9XWE9mZWk5cW9RcitwdnlOMkEvOG1FOThoYlFQcXNhdnlINzV4K1d2WDFWSTMvUU8zOVR5cjh3ZFpVZkpac3NLVzUwdlI4cU1lVS9WdE5rNXB1WDJycUlWV3VvWXU0ejRWTUZGTDhaL3JJQ2lNVnpsd2hBS1h2MmV1L0ZkNmt5UFhNL2VMejM1Ri9WSW9CWFN1ZEJmUHZmRGViUDloNHhSU0dlMU1WUFh6LzhWeFJYdm4yNHFTSFhudjU1Zy9iTXcrSGw5MXd4TlNGZStGYjQ0WmQrSXFwejZTalpYQ1VmRjlobGtXYjNTNUJSMWRQbFZQQ293S0Y0RUpkR0hjNzI5MlN6RWIvTTZOd0FxdGtZNmJLWkl3TGJQVjdZTUNzVUI0OWFHNHFIakJ1aGpEYXlKNXVxQ2M2WWJwYjhIYUpnN1hxeEx4OE1HSy9iSHRCNDRxYmhlRmg5L2NRREpUdXVPVUU3dHhXbGppeTVSbTlyNmFTb0pZSlF0OHp3OUVjbEhUd2lkRGdlRmdZdDNuQ2NZTFo3c1I2dDJFVlBsWTVtK0tUOG9zSkpHRnlzSTJRNFBuVjJLUS9GZzlqZGRQdU9WSWFWWEhRSklLTFNRVDFEVzJWa2tiWjBveDNMN2FUTDZueVEwakFhYUNnZTFQbGd0QUZOYjBSUU1RT0ZyTFJ2WVF3T1BYZE5CSXBvTG40ZFlhaW92TFVUcjQrcE5oUVB5eHgvaldua3BqMW9NY0dTbFFOVnN5eUt5TXhDODJZamJmQkZFd1NtTlo0Y05oUVBvbDQrK1VoZXp6TXhod1BYOG9hRE1zLzJGY3E3Q29ZTmE4Q3k3RjV3ZW82dk9CUVBLM1JITkxhRXF3VTljNUJFUUsvUHlZcit5cnNKYU0xdWNIaHpyYVk2amZrNUZBK0xzY1BpeUp5OFZackRUZVpyb2V6NVBpTnkxMGVFTnlPemNtOENzK0toTHVWSC93RnMwVHZpdXdXZnZ5Z0VpallzSDJ1eWtKbng4RTRJNWRLNnlBZDRoLytmL2h5TGR1UGVpSjhuZk5TSlFXYkd3OXNnRkw2OXBUZHE5bkJyNTlteE8xblhTc2syVHFrd0t4NmVsZkxXOTJzOHlReUVVMGhPVjc4WkJiZ3pNTHhKOWh0bmZVWThZTnUrVXpQendFN2s3dUVFUm5Sb3p0NER3eHREWWhMNWpIakl4YmR0R0hZaFBqdDFWVSt3d2VGTnZOZDRhelBpQVMrTVB1Sk1CRnJrbmhuUXNtYmVSTG9hNVBTWVJuRkdQSFRVcDdWbWh2anNOd29GR1ZpMW1nUzVIUmk4NmVhejRRRjJFcjlaYUNYOWJkM2U1MFBGeXRPVmlSbHROang0TmdTSDB6WXNjUTdGMHZYdG1ZVTNzK0VCdXRDSWlXTERtcEFHQjliSUlMWXJNZHlwVldiRFErVGw5RVNoSFB1eE9ZZjI3TzJaV3d4dmtwWFo4QUJSYk1abUJVRDh1QmxGUE1HZzI1c1lrWEZYWnNPREp3b1BZTjYrMHdjc0EyNXZ4aWVPbFMrK21pUTJkUjZZQVU4VUhpQTBsNmI0VU1JRXlFbmV4MW92SlZXWnZxTFJGN2ZUNHVHWXNtbWFieWF1VGllOHdWV2FHZEdLZk5vOHFJRTlOZkVBK3ZNQSt2cDdLdUVOcnJIc1Z3QkdPTlBtNGJpeXFXb1BqTTl6WFMrZHVmYjQ0UzhhM3NlWkk2b3dYOHhac3RQbTRiaXl3VG12UnJoMXNCeUZONnVCZk96bVJId3p4b3N0QW8wOWJSNW96R044ZnlNeTZ0dXg1L0dKVXZSeWFpN3MvYlFRdjVmWS94WEpFWis0SnJHblcwTnEyanlvY1QzMzRnSEV4K1hkZGZHVzhGSG45aVpYVWZlRG5jU1ozY3hscEJ4K3pmMHBNdE9hTmc4OHFDY0tEeUJ5T00wRThyWjdlM05HSDFDcnlZdXdrWVNpT3k4MjM3L2RTQkNhTmc4OHZDY0tENEE3cmJQaDRTL1ZuSmRUVVBFYnF2Y2taQVBLYXcwbTd6eW16OE54L0kxaE1McDd3OGNEK3ZWaE1mWXUzV0NPbm0rWDAybE1rNGRoWkxNV2hhc3RFeUJYTHFiUFlWUm9WYW1sUjJhYVBBd2ptNkxkd2hHNWxwbnQ1Y1NSM1p2TFNRSEYrSEhYa3BrbUQ4ZVF6ZSthbUtaaVQrRjRBVm9nZHVlQ1NaMDlXMjJpYjlOTWVEaGFOc3V5WDJNZThVMkJPV2x1VTZDVCs2MnpzdCsyN0krM3dEOHNzaVJudzhQUnN1bVlPQXpIbkxMbXRrN1JHZExIQ3BiOThSYlVENHNzemM0c2VNRG8wSUc0YmNjQmVHbW03MHlyVXY4d2dnNmQvZTkrNXd0L1ROOFhUQ1l0eDBLRDJmQ0FtY1ZGNFFIb1VGeG1BZGhyQXZvVTIxZ1h0NHovY2ZYQXBUa2JIc0NCSjV1MW1DTFJkeWNGWWhTWFNqY29welR4ZTV6V3BocElQV2ZEQThaT2s0M0RHUzRNMUdlalZYblg4SXU3MFF1bVBKRThZNjJYeWMrRUJ4cTVtbnl0QUU3Mm9obmp0N1E3Vk5NSFlkVmd6Q3hDRzI5cEtlWnU4RHZER2ZCQU0rckt4S3M2V1BkQk5OVTUvZDd1NzkyM256SHBSYmhqSzdYS01WSXo0WUU0Nk5nM3Vwb2Z4REh1c3FrL3BzZHZIZHU2SFZuVDd1WVJiSXlsMWJoSllieUhpUHBVZWFBQjRUdXNINkU2RW42Q1d1TUNQN2JrN3d2eGpLUi8wYk9wRlBtYjU5c1dPcmJDYm5JWG5BRVBOQmxZRVAxaXdVMWJVdjBKajRMbFd2TEQrSHJVRlExOGxMVzZZWCszN0E1MHIvSlByaWRhWnNBRGNWRFNXN1REVFE0Zkt6bmNaYTZGaCs5cE8rMzBRYW1SNTNOai9kUTVOb2hibVFrUFVCdlh1U2grbm9lZFhYRlpTNWJOWDZ5SmxmRFJaTnUwNmhQbjRZVXcvaG02bnRnMzhJTG9aeHpWOGVaYlVudmI0Tjh0ZTczR0M1Z3NEL2RkazJtZm9XTUt6d1F5dWJYSEpqYlAyamI0ZDh1eERoT29USlFIQkhtcG42SFRQSEwvK09Yemd4UUh2eUdtM3kwWEpqRG5ZNU9jSkEvenYvQ2Q3eCtia1NUaU40LzYzWEt5d3dUcVUrVGgvd0V1WVZ2TmlucmJTUUFBQUFCSlJVNUVya0pnZ2c9PSIKfQo="/>
    </extobj>
    <extobj name="334E55B0-647D-440b-865C-3EC943EB4CBC-8">
      <extobjdata type="334E55B0-647D-440b-865C-3EC943EB4CBC" data="ewoJIkltZ1NldHRpbmdKc29uIiA6ICJ7XCJkcGlcIjpcIjYwMFwiLFwiZm9ybWF0XCI6XCJQTkdcIixcInRyYW5zcGFyZW50XCI6dHJ1ZSxcImF1dG9cIjpmYWxzZX0iLAoJIkxhdGV4IiA6ICJJRnhiWEh0NVgzdGxmVjU3Yml4dWRXMTlMRnhvWVhSN2VYMWZlMlY5WG50dUxHNTFiWDFjZlZ4ZElBPT0iLAoJIkxhdGV4SW1nQmFzZTY0IiA6ICJpVkJPUncwS0dnb0FBQUFOU1VoRVVnQUFBbDBBQUFCVUJBTUFBQUJLUEovNUFBQUFNRkJNVkVYLy8vOEFBQUFBQUFBQUFBQUFBQUFBQUFBQUFBQUFBQUFBQUFBQUFBQUFBQUFBQUFBQUFBQUFBQUFBQUFBQUFBQXYzYUI3QUFBQUQzUlNUbE1BSWxTSnU5M3ZNaEIyelpsRXEyWStDK1JXQUFBQUNYQklXWE1BQUE3RUFBQU94QUdWS3c0YkFBQVB3MGxFUVZSNEFlMWNYWWhrUnhXdW51bVo3dm5wbVNHYWhTQmtXdkRKSUQyUnhBZGZ1dFd3UkRIZURjVEZCRUtQdWlZbWNiMkRTWHdSN0g3SXJwQVFaNFFWeEFkN3hCQ0lJajJvSWJLaTNTSUovaUN6QVg4V0UrbDVpK0REakdhbnpjNW1VcDVUVmFkKzcvejBwbS9mUE9UQ2RsV2RPblhxcTFPblRwMnFlMmNaTTg4TnQ1M3VyNWppdXpuUXdIVC92dDhrNjZUNGZjNzU3c0s3V25JMFVLcHozbi9CSWFsQ2kvTkhmcHRVb1duajlmdFJuWVdMOGNOSkVtN2ZmUmxadi9Gcy95ZG1Sajd3d0hPcWZlNzlLbVA0ZmlSbTUwK24rODgxVmQwZ2laRmo5YWNGSklJZE8vbndtdUs0UWZUTm1NVjNLMWJOUGg4Ly9EMHRCVExmYkhQK01ac2c4NDl6L29XUWFsT0s5V2Y0TlZCWHRIdFhuVit5YTBUKzNGN0VOeGg3ak4velY3NVB0VS93SC9PN1phSENWd0krRU1mK3lKODV5YTlTZytPbmlmM3A1b2xnaTlGZVc2MmdNZjQvd2V2d0Fmelo5dDRkTVYvVGNpQlRpRGhmc2dtWUgrTm1rSDZkS3VldnNnbzBiRjFyc3ZFRTVtaHRqTC9PcHZndkdhdVNPb3YxeTZ5K0o5c1RDbzl2aHNOczlseUVCd0JnTEM5Vkx1bzlPVjZiUkxEbjlwc1RmRjF3VHFvcDh2azZWNXVzNUUwZjZBWW4xbmthSEkzajBHZnpFcHZuYjVUMkZvQ3J6YnNlN3l6WUZPZk4zZytCUHMzZmxMWDUxMUVYWlN3VXVHemk4MFdYb1hLUy93ZDVqbndpYVJUSTU4dngyaWFDalpaQUYvOFZuQTBGMGVQTDd6ZWhPdVk0UnZOc2hzcUp1VElEdytYbm9nVVkxMXVkR3RLMUJXbW1QSXc0NXYrK2dnUnRmdHZyakVYU21LZEFtVmpuOGVYRnpKWEFNby94NUxsYTA2RWN2M1VTMkRrWVlsNzExT0p2aUNZZVh5U01wdWV0UDhCdUprbzBBNG95Q2I5alhjNUJiL084THhUQ3R2a3BYU0V6aSt0b1gzRU5TM044RnhQRzZqQlBkV200ZVVWeitmb2RBWEFtWVgxTENjNHZPQktOMjVXait0UGNpV0FuWUVvbjFOS0s1QUE4dmtma3V1dVFQeUY1Z1RWTjgwQUJ4RXZwT1Bqa1ZjNi9MTW90dmtOMGxWYlhXQkcyM2lZV1FmdUNPZ2ZLelhHK2hZVjVCZFRtbStQS3FrdEhXemVJeVBOcnNRNFFiVG5VSC9Zam4wU3cyelhHRnZsYmdrT3RNSWR2bS9OMVVkbFRxU2pnVDFVdERrMllEMWVvcmxNWm5KMU41WVJZaHk5NzlXQktzMlNrTTd3dmFpZkFac2RWVncwRjFPYURPdW0zcHJrMFcwK21WNHo0MWpuK2VVVzA1VkIvaGo4UmJMMkxJeGZyRUx6cEZuSTdmS0FWV0Evd3RIbE5wUG9Idkh0WEZ6QURoclBrRU1MQzZpbnNUWTByOG1lZ0NDc0NobDhUN2ZMS1hGYVgwWlhMSmkycEdvZXZ4TlcrT0ttTUwrelZvcFRRWlVSOU9TUkhEdlZubUpQQUZuRVNZd2tSTEZMSWNmaDZ0Qy9HL3Q0SDZ0a3l3aUVIaERXSEVCWk9BRU9iOXJIWVgrRzVoM0JiVlBNenFkelJqZENFN0NxU0Z1bnhTVHVFN21HeEgvWDBjQzJXbElGNWN2YTl4a2xnYy9lS1hYb0xXZk5xQlhoOHkxaUhmc1ZUUnFDZWdDQWFCajljcVltY2tzc3dUMTZibkFSV2QrUUNnSW05Uk53V245b1dLOGFQRTFPUWx2am5rRlpWQmdaWlM0NTBTbTZiSkxBenlqdlFqR0lMaTI5SlNJQjRDMmJHZmdMMUJBU2JXK2RoMVpkRmdjeFoxNGhNUThVMlRLMDlRVlFMd05hdzV0TnE2Z1RiaHlzWlM3MHJUVXptdEFjRDA1V3hsTk1mOG9nbkVTeDVCMnRHTlo5V0V5aVZoS2cwVUU5QThCcklJcWlwS1hKa3ppNFh4VFFRY2kxVERZQW9ZeDYyd2dXaWFUNnRKcVZVWWtoS1MyU2ZGVzFnV283Vm4ybWFDTGFpVkx4TmprVnM1azNSU3F1SmxHcGtCZW9KQ0liWHlsRU1wWU1EcXc2eUtxWkJDOStnR25EcElsdFNEZ01MbXErdTlnZmFyYWhSVW5xQ0l0cEN2S2JxdFJ5clA5TTBFV3hQR1hMUHpLam1tNkROakZ5dWtSV29KeUFZWGl0SE1SU0VxenB1dEtvSk50alNDcEhKVVZDS2RPTFRmaFUyMWlZMU9DZ3RiRkhOVFpRaE9YWi9WR2NDUGdjc2VWRktnVjBQU204NlZlVnlqYXhBUFFIQjhGcTVSWElZaVFzQVhGUlpNTnVybGViS2NoaWFUenVNY0FGWW5SNlkxWExzL2d4M0VsZ3laTnViYWo3dFRVUHZFS2duSUpoK3JkeTJVandZeHBKRlZsbVk1cWJJcmxxblFYTDlsc1BRZk5waGtGSkRtWWRSdEJ5N1A5TWdDU3p0VTlCMGdUaUpqNUUzSmFVU0E2U0JlZ0tDeFd5eVBYVm9ndTVnd1gyM2FXb3dWNkpUbzFpdFUyTDNCeERMZ2tzNGpwZTZtTmQ4T3FydjREek1yR1BsQUkrV1kvZG4yaWVCcFlPQThLcXpYeEhNeEtlamVobHpYRFNTcmx0ZkZQZE9DODM0bTY0TzB0dW8xdmtkMFNFZEJJU045N3BJMDN6elpJZWljaEVhRGZSb09YWi9Sa0lTV0RvSUNBZFFlbE13RXgrNDFTVkJFSlU1NXdRZm1GTkFNUDJhbkhZWVlnR015WFBPMks5V0ZBYzVBcmxhS3pWQmptUVlBRTNYNERBaVNNUUhwMUdKR002ZFpRaEVOMFR0OFg5SWp0UGZMUzhvQVlsZzh5cWlYc1R6eE9RT3NtbytRTkVWYlRmUlM0L0xtd3BCdUY3NzBxdGVPS1c4SEd4UERackJQaVFQejlKSlJMTHpuZ3d0WUFmc3NvTFVNUEhCYVZRZ1p0S1B4UXNLM0hFVGttUDNCd3ROOW1zQ1BodHNpVXMxVkJGMG80WTk2VUVCUkN6amlRUmdUY3F4U01wMStpOGRRM1Z3d1RYZ256aVFxVE1nNi9GbElYNEdWMnRCMlhOVjJoY2M4QmZZakF6SGlROGN4cnBvTUkyelB1WWZBVVhWWVQ4a3grNFArbG1XYlpMQTBrVW1lSFJRUjZlTW5KcHZtdTZVMmdpNUF2L01FeXkvZ0dCNFRVN0hVRUlKOVRMV3dPU3FLRUtmRU1YdDZvUTZxbXdLL01VWTk4N0paV3loK2JURHlPUHFPTzlNcUdBODRvZGlLTHUvRnFlUUp3a3MzRGlKeVQzUGNZTjVRTWpYZk5xYlJ1QTZpcTYxQitvSkNITW4rNi82ZUZjSlN3VVcyYmkwQjRpaDFFRUYzRWhadEJoRG82K3ErWmtRa2UyTnIrT1ZlR3NKNnpVZnpISlhOQmhIZlVWcklwLzhrNFJHeTdIN3EralhOa2xnOGJKM0JWeFcvU05nWDFQeXdLRDVHdnhOMlhrVjlBV3ZRZXduVUk5UEtMVDdkYVVIYURjbHI1a3JGUGZpUzViZXVoUllwMHRKMEZ4VGtmWllhVTltd1ozQ0M2d3B2Z1p2bG1ibHd0VjhZSnFTcVJoZlkwOGV0aHdUMFdnNStBYUsrcHVnRzF0NGxRVW1oSThObGkzaTI3M1dWWHlUdGJrc3FqVmZTM2xUZHA1dkZOdHF1Z1hMTWZ6OTVyV0ZPZVVib1VrVkRRQWQram9tTUVIeFhxUXVEdGw3SDdqOWxDRE8wZnBuSi9nenZDWm84UE00My9zTGZ4RGM2cFhvUVpkUHZ4V0JqZkpUNXNSSkRhMDBFVTFpZjdtVFgveXNiSmdJbGhYcS9LY1IzS050OHp2VXpiYm1VNTRXM2p6eEsyMjVMV2dJdmpuNUcwQUJsNVk1QmNaU2RhV3pUU1ZodkgybXE3SXdnZXN5KzdmTE1tWHNvLzFQVTVheFc1N2QvVGlVM2xjL3UrRHlGVS9TSkJZdjd2N2ROQWh5eVdqWUFmM2RKOXNmQUhic1lueFBHV2I4K2Y3TEh0OFRaNm5qcDlyM3IxQmVwa2ZwNnp4NmE3bzl3QkRsTGJlOVU1cXNPY1hoRndaQ3c4NE1INEJ2VHZqYXhMbUM3VzFBcDNwcmhoQWw2VHFDY0MwdVVTNmxkQ0EwT2JyM0dTYVl3TDRhbkcrWkRncm91Y0dxbE1lRUlIREhWQWE1N1c1QUdpcGhNRFJ6YXBjYktvUjVPaXVSMUFydDdZS0FyL0h4N1pqUzBpUTM3cHNhV0dsazVkUElEb1ltZjlqVVhpODgwTUFscDIySDluWkJiV0RzQ0tlVVpjbmpMVlpKMUwremFTd0FMUjB5QTZGaG0wdDIyeUhsWVlVdDI2SWc5ck4zMEU0TktvMVZiWnVkMG02azh0TnExU1pVRFljMEVCcldiZzZuVjBjS3hIck9NZ2Y5MmFNV2dmb214ZXR3TVBTdmJteGhuVFc3bEVKK0lEUXpibUErTERodHV0dVRBcXRhTjFndUNQV1lKUnJUaTRDazNxY29jRTJxSEFadElEU3NWUnRHbjRHTUU0NERBMWRsQjFqeTdpZFdkMFc0VVI0eWFadW5BdUhESlF5RVpsWmRpd3dYZ3JpRzJkY3laK3Q4ZDBXWFlHZkV6elgxeHlONFEzUkkrSFdoYWJWTUl6c1FtcWs3MDRBQU1tL2svS3RTZE81M01lK0hQc2hzQ1VlRVh5a0JkTVZtajZiRitVTy9CMUR3a1FqZkw3dm9zR1JDTkxOUmhseWpvcndEMEh3SUZIVm1nWlhxY0FYeXIzRGNGUjFFTExwbnBaQjFCSlIzQUpxYlFGSGlQZlRORWVlWGd6SDM5QTY2clRVWE1JMk1rRDJheHppLzhscFRERGdIQ2l2N1ErZjBzdXVJOE10dmwwNDVjelFRUWx4cjB0aGdCN1RqQ1NSRFJFdWI0cUhoRjRsSU44MGNUZEVOSWNBOWxOMFJ3NmZieTVKeWVQamx0a3FybERrYXVPZVdIenJMRVlLMTJlY2hJTTdUeHkrMnBhV2xqaVBsWm82bXgvVlhad2dXM25lWjhGV2diMmlMQTEzdUhEbWdsQm15UmdOcnpMMkY2ZmhINnBaKzJ3T21XRXRaSFVlS3p4cE5zUDdBZ1hVZDFHQ0Fxcno2RGdpL3NrWUROclB1cUdkUkx6OUZydXNGQ3FxMEQ1ZE9zMUVWc2taai9LY2FNUmpSbGpQNFdOOUpCRXZWNFJ0TklXczBvSjRsWjZSQWNJL2NKaUtySDNiNzVRaEpyNUExbWtBOUFVRi90d0ZYMVlmY2ZxV2hvdGxmdk9xTHpSQ05nQktvSnlERWRHRU5YemxRb08rUElxVnkxVGQrL0tSSFhaK1BIczB4OWRXbWIzSE9qenI4Z290SzZsdFBTSFpvSklUQW5BS0Mrc1FFLzdoZ3hPRVhYQTNxTDFkSVlkbWhPYTYrR3NyTHcxZUs5azZRdTNCNjk1TTBpblJTaUhXc3I3MWxIOW1oT2E2KzRJVGJSTjRXZ0RmaDExeWQzL09QbFAwLzlPeE1FYUxJRGczMmZvenZ2K0FUTC9FRy9HbjRiTTY4ZkJ5TCs3Y3k5cFFYaTBpUlEvdUZ5eVY5MWllaDJhR1JDQUozRlJEWTEvbitBbnRQZkxkMSsxV001RDFzejd2TG9GRU5LUVdQR1YveVpHV0hSZ0FKMUJNUVdCSE9iSFYrMWI3OU9xRU82UTMvY3RFYjNOc3NUclh2WFYzM1pHU0hSZ0FKMUJNUTRIdW0yK0xkenpTdGw0K3dLRFprNjNUMUJYM01yNHVPcko4czBSekhmeEZVYzdNSkg2Q29sOGNWRlR3U3ovRFQxVnF5ekd6UURLS3ZlUk5zZHlqUWo1YVRSek04YWtNYWNpQXdHelNENkt1aXd3bUl1MnRpQURQZVZVWXdxcmRQcUt3bHk4Z0d6VEgwOWEwVkJUalN0eFB3SXJ5TXhMRjYrdWZ2VGhkNzBrL0dhSTdXMXd6ZmF3cTA4RGNZZE5wZXhVQ3MrTFhiK0Y1WER5U3RqUHhETnBLZU5acWo5ZFdqaUJFT2N6VUZ1NFZ4SkR4bnl6U08xTklDL1hXSTdLR1hMUm9BQWJiaWVnaVhBSzlIMVgxMWcvZWJTaTBSMy92bkt6Ly9BWDZqa3ZZejR3UXNXYU9CMGJycUNRaDRSVkFUU3RFWEtmam5DN1F5UlUyYVArZDNiT2xab3dFc2diN21IWVBEYjV6S0NCbXU1ell3eFdlRTkyQ2RKZG1sL00wYURhQkkwcGVGRWE1VTVPZlNEYjVQeU9GZStoVGxVMDV6MmdlSWpqSkdneGdhL3VzZ3dIVEphQUgrOG40TlMrcGFRRmJRRWpWc2FlV21IZmVGLzU5QWxtaHdsTnZjZXowTFBtTEhESDlNdmF0OXlYNEw3bWpVOEthUTY5UWNvUm1qUVN3OS9iWmZJWU00eTU3VTlwMUlIK2Y5cnFxSHBLMGpDME5MSlRmbkxrZm9PVXMwT0VUd1Jkb3ZxU0ZISm5BQXlqbitIY1llNWZoL3FlcW5hdnpYMDExTlRTR3o2ZS9EbWFMQkFjTHF3NzhRc3A5elhQNTNaSkpXN1BBdndWZlR0cnJBNStrVjIxNnltdzQ3LzhFRlQyS21hQkJMVllVTEZxNGlmRUJuNGN4ZGlIYy8wYlhxOFVOcTB2R1RLZjFSZ05PZFhjZ1lEWmlYN2F3a3NxZGhqYTdZSVAxOFFjVVliRGErMjY4YmZYbUVhTDRkdTMvT29RYjdJcnoyKzdCbFlvRU9xbkpQemZXdU5JTzYwUk5HaGVhR0N6enB6emxnd0kvV3VSOW1PR29ZRjFaNWM5UXZPK1NNQ2lOQ0E0RXAzejlnd01VLy9QcXV3d3pzUlRoeHQvbmVBYTFIcmJmUm9CbS80NVhYcm50a2Z6N2R2KzluemV0dVB1U0dtYUQ1UHpWUGgyNEszbS9UQUFBQUFFbEZUa1N1UW1DQyIKfQo="/>
    </extobj>
    <extobj name="334E55B0-647D-440b-865C-3EC943EB4CBC-9">
      <extobjdata type="334E55B0-647D-440b-865C-3EC943EB4CBC" data="ewoJIkltZ1NldHRpbmdKc29uIiA6ICJ7XCJkcGlcIjpcIjYwMFwiLFwiZm9ybWF0XCI6XCJQTkdcIixcInRyYW5zcGFyZW50XCI6dHJ1ZSxcImF1dG9cIjpmYWxzZX0iLAoJIkxhdGV4IiA6ICJYRnNnY2w5dUlGeHNaV1owWVhKeWIzY2dYR1p5WVdON01YMTdNU3RsWDI1OVhHTmtiM1FnYTE5dVhGMD0iLAoJIkxhdGV4SW1nQmFzZTY0IiA6ICJpVkJPUncwS0dnb0FBQUFOU1VoRVVnQUFBbGNBQUFDMkJBTUFBQUFHa3JXNUFBQUFNRkJNVkVYLy8vOEFBQUFBQUFBQUFBQUFBQUFBQUFBQUFBQUFBQUFBQUFBQUFBQUFBQUFBQUFBQUFBQUFBQUFBQUFBQUFBQXYzYUI3QUFBQUQzUlNUbE1BVkx2dm1TSkUzYzJyaVRJUVpuWTZiUWM5QUFBQUNYQklXWE1BQUE3RUFBQU94QUdWS3c0YkFBQU1pVWxFUVZSNEFlMmRYMmdqeHhuQTF6NUx0aVhaT3ZwY2tDQ2g2VDIwY212UzY5RlErY0g5UTlvZ2xYdEpYMnJSSzNtc1RDLzByaVIwVGRJMkNTM0lKQ2w5S2NoUVFxNzNJbk1OVi9wa1FVSXZIQ1U2UWhyeVVHS0ZQSVRRZ3Qwb3FaeWM3NmJmN002c1Z0clozZm0wdTJmdGFnWXM3YzU4TzM5Kyt2YmJiNy9aSFd0YUxGSjJ0UnFMZms1RUordms5RVQwSXc2ZGVJMG9XTEsvMHh0bEJVdVNWZXBOQWttZGh2NjRadFlmb0tnVUxIOVVtallIbkhvdk5SUXNLVmhuTHoreXF5bFlNcXlZaklLbFlDRUlJRVNWWmlsWUNBSUlVYVZaQ2hhQ0FFSlVhWmFDaFNDQUVGV2FwV0FoQ0NCRWxXWXBXQWdDQ0ZHbFdRb1dnZ0JDVkdtV2dvVWdnQkJWbXFWZ0lRZ2dSSlZtS1ZnSUFnaFJwVmtLRm9JQVFsUnBsb0tGSUlBUVZacWxZQ0VJSUVTVlppbFlDQUlJVWFWWkNoYUNBRUpVYVphQ2hTQ0FFRldhcFdBaENDQkVsV1lwV0FnQ0NGR2xXUW9XZ2dCQ1ZHbVdnb1VnZ0JBRnpicUZFSjl1VVoyUTduUVRRSXdlWHVCWlE0aFB0ZWcxZ0hXblBkVUlwQWFmdTdyKy9IM0FpcEQrbVJjZlZvYkxFMXJPQU1VL2lwNnlnUXB6MTkvOTh4ZkxhNEhxT09tRGMyVDEwck5tZXVaaXVSaGRkNXJHRDdJZFhRTkpxcmxzd0ZMbnVkUnYrdE9yTHdDdXFwU3NFdEswTXVrcERMSUV5dVJUV2RHcGw0TUw3NTJwaHlBTFlJYVEyN0t5VXk4SHF5S3NURDBFV1FEemhCUmxaYWRlcnFOQ0cvSTZVQ0JrVjE1NnlpVXJoRXc1QWNUd2RmSVJRbnE2UmNITnVoc3hnWFJpVHZONzRHWTFvLzQxSXY2eEI5V0RtM1U0Mkl0a2kvdzNrbXBQb05MbzNhdzBPVDZCY1VYU0pMaFpPNUZVYkZVNlJ6YXQ3Wmh2MUFtcFJUdUUrZVJNVWJYazNLelByZDVmcFV6VDN5ay9keG9IdDU0Y3A3ZEJqc3l4NTk0cG56TjRpRkRNa1ZYeUdXWFZJSDF5NUNvbU9sUnI5b1haTWN3RU40dENnRlFoWjkwdlc1VW50Qlk5bXlwSG53ZGdEeGtIU0g2a2toTXVTeFB5UDJQVUYzci8wakp1d2ZoMHI2MmRna0V2OW1xYTlrTmNaSFV4T1JHZ0RIT3pNcUEzdVN0dXdacDU4SlJtSVZSZitoMmNpYkFvcUtSU0dXSjd5Vm1ZZG9HUUxUcW01amMwN1MrdS9tbGgwMWc2OVNmVStyd0tzMEZ0ZW9oazBwbE5sQlNmWkRIbVpzMzIyM1NheDgxOUxIVTFiWkVRblJvckNPbGd3aFJ6N0RTZlpBaXlmV051VnJPb2FVdEFZVVY0WElxcUV1aWc0WkdCcjRFSlV4U1M0MlhCTlk2Q1dLU25DcGd2c2kyRXRVenBuQ0xrWTFwYUlPUVRvWlF3TTgwOUUyRnB6RExCYjRJZVY3YmdnMnBXVmRqOWhUdVF2Y0ZPMGtYUzN4VktDVFAzTUdTRk5VeFFwcUV1YzlSaWFWcUpQQ0h1V1o2cUVtalVqbEg4QXdRckNBQWhwTVd0VDB3dStBSGdGVlNlTkRxVWZ0dWxYL1VWS0tpZzdEcXJxWlVnODA3dDFMR1dNUlhMaFJSa3QzYmdZNXp3ODZQbU5jRzk1a2t0ZWVlbzYrd2FYT0kydVdJNVMzbk9qNnVhTms3NEdYNktCM2tkc2ZvR04wbHd4YzhUc3ZiNlVWdGlKR09FbjIvQ0ZlUHR4endUL0FxT0JFZmQyM1RvNkVJQk9uRExrVnNuNUYwWGYyRkVGaDkrcHE2SVg0SjdUa2Z5T3liMGNpZXNFclJSZEhTc0JibGc0U1VTaEorM0pNUnNJbnN5bzlxMUhjQTJaUTRMVmNZSlM0ZjZOeDA5YTBEdTQvOTBaQXN5T3R4ekVKU0pzN0wwOS9GSjV3U0graHdTZnJFVFZoTWFLVHE2WnJiODBXbEhnU09qZ0wrd1phRk5pWm9kVFoxOFJoMjQxRWE3UWFOWmYzOFpZaTdkMFJMSGZtVU1OeXVyUno2QjYraG5LQm5MVmtqVVZoM1lZTkRCdnhIaWYwSFV4N25KZzBiWGJNM0ZaL09WKzJ1T3pySm9GbWlkNmNNN0JLeU1RZmpaeXBMWnVHRGVmTXVJVHJ4TTNyVGFXZUliS1FZM3l3dy80OGFVMHFPZWxjVDFKNGcwcUZTTkhsOXhpemRZbFlPYmRXenRJRFp1ak1VWTBjQzlFMjJ4Q1BHZXlHRWQ2b2JUelhxNS8zc3E4Y3JUdlYvdERva083ZVIwbDdEUGtGUXNkc3hvbHFheDB6SDNiZHJyalA2TEtueGx2MXYrK3Zlc1VYUkczYXdiUnlWcXZLK1JuLzNCOHh6ZUVIaDNWcTJ4Mm1EQlR3NXJtVTRoNXZTbnFGWE9sdnBuOU1HZFVIM1U4U2gxWjhobjJqTDVQZ1FsQm1MTzBTK0JWQ0tTR2MyQ29XeVlwK0VDdGVHemR5SE90Nk1kZk55R0FNNm5mSno4aE9YN2FTaUJjN2o1YThoWThMUkxUUnEzVGtBQ044dTAya3h2T3VCMGFmVnRVTFRqUldPT3ZtSGFmOGkxWnZuWnNHYy9vYk5CYnhtQkRCdFRBWlJPVEYydDBhRVkwU3lhdVE5S1FyKzI0S05VcFpQUGxTSnMyazZ3VVpkMlk0dHFWdG1RV2pMaStGUmVsRElKaWNMbnVkVStNQ2VaUzdjMExRVVRQWG5TTTJOZis5dzYwL3VpSVJLdExnMEhtaEVXOE5PSHlrWjJFdUtYV2xiN3dMaVh5VkgxeXR6VnRBNGhEeGtqUHVDUFVGb25MQWVoVitrOHZnbHd6bnMrdjRLYTdlY05UTngzaTZ0RXdiRGtHVG92T0EvR3lJSlk0Yk91N0w3SUdrRU9KdEFBWU5ISW1QVytiZHlJYWVqQkdxeTVZVm50amdHckE1eTB6aVkxVlN3Q1hlSUJ2encvWVZrTnFXOGFVOVRVSDZQVHIzQnBkRThMakttN1JDeEtMS3U5WU5CcGJVT3Z6M2ZwcFk5aWcxVG1IaFM0K0RVangvYVI1NHcyNEdFa2o3VE0xZE5EWnZLTDRQNzV0dG5MTkxVNk02YTVoaHcraloreTdvTFk1WEpvVEhzOElIM0EyUTRWV3p0WjcySkxickkzWUw3K2tQWHdBSnloQTM2OUE0aW5qWHk0ekprbkdsZ3hweDkrd0crdFN6NnFVL1pVdk1sbVpQVU9MbWRyYkFldzZMM2R3VTdiMktUUHI1a3BzN3JEdGdaZkplNVhES29aRk5xMzN2K2FmUyt1MjMvNnBkWHptL3JSZi9qT0xIY3k4NTR1RW1jRUNzb3g4eHFtNk50aXRNOXRtbWp3WU5ETWszV2dmeUt4SUhuWlZXWUZnbFFTOGJFYjNISjdHaU5RcUxiUmtZN0Fub1hUdzNvTVBMUjlacm5oZm1iSGZkVHduSlpaYU9qZjhwUHVrdU9Xdk1aMWQ5d0s3c1Z4VFdhNVRXUDBRVnZjNWlsdTBCcFVQSDhvbGdxUSswWTVEckRLN0NLNVlPaU8yMDB5UDFsTi9Tc1VBMkFSSFpwNmswQXlyYUtvZkVMeUxNdHRHS01aZHVmajZOdys4elZOWjZ4VWN3Z0V5SmhaZjRDaWlnRXNPUHZNaTVEaG1jOXlWM1YwN0UzbWlzNVIvY3N5K3pVcU5PWSt6Q1dSM2tzTkNWaEwzeHF6aVpBT1crU3VhSVVhb3ozNEV5WiszMmpFU2VrckdDR211Yk9YSDltRlcxVC8wM0RQVGZGRDdJMVhWVllRd1ppSTBGM01CcGdxczJTR0ducmpIdHlyMG5IS1pHQVZ3bFZwZERjNzNNMHFnS0hQdUVWZllJcTZiVmF0SDVuUDBhTWI4anRBQnRZK3Z5SHpxeXlpOGdLL1FaNkhhRlp6eTZXVkpTdmlkNTQ4RlUzRUtnNnc5bm5FTDFVK0tybWJoQmYreURGZTZYMkJiNGI2SFFkWWkrZmFiTXlaeGxkcm9RNGZWMWtjWU9GR0ZLRzBnb1dBcTJBcFdBZ0NDRkdsV1FvV2dnQkNOQ3pOU24zNGRPL3hHcUxoT0lxR0JPdW1Eck14cEo5d1d1SEFnbmpybDZyYWowZ1M1dU04VkQ0VVdQQkV4bTlwR3pjU1BnVVZCcXhjZzcza2tlVTNjUjYvVHB5THdvQjFnVWVTdENaN2ZpUE9SRHo2SGdJc21IVG5ZY2tEdnVIUllveUxRb0MxTjVqTkt5aFkzc0cvVk5tS3VnMmVlNG14K25oMFBiaG13U29udDNrRHBVTytsY2p2NExCYS9Fa3plTENZUDVlWFNGVDBBVVQvMlIzUDB4Qm1RUGtEWnZCbXcyNUNNWm5EQ2d4ckZ0NDZaWVJ5SmZwMGNZSlRZRmh3TGJ6TCtGeUlaazVsY3VpN3dNcGR0NjJyVWVuWmRoNnJEbmUreVYrM3lYMFEyV05Sd3kyZTNKNExyRmZCRXJra3JrZXN6eUMxcFduL3VQNFdyS09UYkl2bGF1RHJMcVFnZTNqaUR0eDNucjQ4b25NbnB3RlJ0ZXlpV1l0bGpzRHgvZk9ocnRESFN5NWR1bnhtL2IzRW8zTFZyQ0VnWHE0RHZFUGo5bkRaVUIySjJISFJyS0d4ZWNFQy81MTdEa1BISkhJbktLdzhmNnM1a1hSR0JoVVVWbWVhL2d0YVVGZ2J0dHZva2Q4aGVic2h3RHBNSGhXWEVRV0ZCYWZoaXFOcTRhb1ZEcW40WlFTRmxSY3NyeVpldFNKK2JCdzlEZ3JMdVNTTTI2b1ZqcWJqbHhFVUZuandtN1pSUDFxREhmR3FGVGFwdUc0R2hRVVA5TnNNZkU3dkFnanhxaFZ4SldUcmQxQlk4UFQ1OGFDNkcvUWhjUEdxRlFPaCtHNEJyRnQrdmZlNjNZRmx3UWF2aCtRYUQwSmQ0bFVyL0JxSlE3bE9TTmV2bjU2d052ajZBRkRMWDN0VitCU3ZXdUhYU0J6S0lXaXc1dGRQVDFqd0RsYWJWYkJFNEgrVnVLMWF3V1RpL0hVTllOMXArNHpBRXhiTUQyMmJ4NmNiNW56RithNW8xUXFmTmlhOE9IZDEvZm43Z0JVaC9UTXZQdXhsdUx4aHZjNUM3ek1sMjM5SDRIT0pnMVVySnB5R1QvZmdPbVpMUlE5cGIxand6eE4rQSsvM2ZWanVENEFMVnEzd3FEOEdSVG15ZXVsWk16MXpzUndBMW94T2VoZGhZZEhhWU5DV0lZdHUxWUJCWTVPMTVhTlpXdmFLM24vdTMvWStTNjVhWVQ4a0tkdCtzSnpqbEZ1MXdubGNBbkx3c1BpTDhHRFBWaElBQURNRVBDeTVWU3N3ZllpTjdENzZ0Vis1VlN0aUF3RFQwVHA2c2t0dTFRcE1IMklqdS9BVlpGY2xWNjFBMXBwUWNjbFZLeEk2ZXVTd0pGZXRRTmFhVUhHNVZTc1NPbmpzc09SV3JjRFdtbEI1dVZVckVqcDQ3TEFrVjYzQVZwdE0rYWhYcmZnL1EyRGVGOW5jcW5BQUFBQUFTVVZPUks1Q1lJST0iCn0K"/>
    </extobj>
    <extobj name="334E55B0-647D-440b-865C-3EC943EB4CBC-10">
      <extobjdata type="334E55B0-647D-440b-865C-3EC943EB4CBC" data="ewoJIkltZ1NldHRpbmdKc29uIiA6ICJ7XCJkcGlcIjpcIjYwMFwiLFwiZm9ybWF0XCI6XCJQTkdcIixcInRyYW5zcGFyZW50XCI6dHJ1ZSxcImF1dG9cIjpmYWxzZX0iLAoJIkxhdGV4IiA6ICJYRnRjZTNKZmUyNTlYbnNvZENsOVhIMWNYUT09IiwKCSJMYXRleEltZ0Jhc2U2NCIgOiAiaVZCT1J3MEtHZ29BQUFBTlNVaEVVZ0FBQU1FQUFBQmtCQU1BQUFETnZVbnlBQUFBTUZCTVZFWC8vLzhBQUFBQUFBQUFBQUFBQUFBQUFBQUFBQUFBQUFBQUFBQUFBQUFBQUFBQUFBQUFBQUFBQUFBQUFBQUFBQUF2M2FCN0FBQUFEM1JTVGxNQUlsU0p1OTN2TWhCMnpabEVxMlkrQytSV0FBQUFDWEJJV1hNQUFBN0VBQUFPeEFHVkt3NGJBQUFIdmtsRVFWUm9CYTBaUzJ3YlJYUnNKN1VUMjdGVmlVcGNzRytja0N1RXVLWklxTGZpSXFHQ0VHaFQ2S0Y4eWtZcVNGekF2b0RDQVRZSHVIRFpnTGk3bkNvaGdZTVFDTXJCRlNja0R2YXQzRnlnTVNWdCtuaXp1elB6NXMwNmE4ZFpLWm1aOTUxNU0rOHpZeUhtL0xwejBzOU5Ycm5DV1ZhZjVaREZ4dU9Mbkw4Q3V4eTB5TGc4cVR2c2cvOGMwQUtBb2JNRUlTcHdlZ0dKakxVTW13d2loK01IS2NBamdzSlVXZVhqMjRrOG5DRlRLK20rOTYvdUx0ajVjTkkxRWxiZ21ocDA5bFJ2MFhaSWpkU0J1MHBlR2JaVmQ3RTJEK2VKZ0Q3Y1ZxTVMvS1c2aTdVbm9Fa0UrR1JUMXU4UXhBTGRNVFYzRG9ocGd0UlRQTDhxanpydkdoQ3BWYktlK2VWcWpyelpXb1JWWWFJeDZOYkhzaEdyMWtSUHdJSFJJUHg3WkRDOWUvS0pDNVBONmVnQVJnVFpBSHAwKzJaQnE1TVh2MHVYVXZvY0FQYnFSQWpyaGtDUlk4c3dMUk00cWg3QTVEcmpqWVlod0J2ZnB5RVVyRWVQa2hqQ2hrSmdHeGdIRitMOUhzQlRCSmwwM3dGNHhZVlNDR2hiLzRTcmpUNnRjOVhTVjJ5REc5SHpZTzBjbFp6MEs2QVBhNWdvQUsyaGJKMHpnZEwwZEpTb0R0QjFLaWh0VitDK0htNXRmUVR3N3RhV0JsQ2tCQTVjY1Q3c2EvTDB6cEsxdFpZN0NKejBQeGJYQ2dDTDZBZ3hNN1JvOVdEWlJEcUUyZTRnY3R6R3pveFh3WXFiV2l6cDFDeUtodG1WaUlhYllCMmdTNWlGcUxsMnMvQTRDQ3dOWTJZRkdrTWtKKzdycm16MUY2UWNMNDJNT3gzWUlSRGJIWVFBSUVqc29zQ1JCVUhBdGdWd0J4MHJMTkhzSUdsOVpoUkhvQU53TlF6Z3BnRmEyVUdDdldQUTBLSWFyT3dnTmZTc29CVlp5VGJLdkdzb2M3c2Z4eG9HZEIrV2dXVm0zOTNwdWRkZzdYVEEzQUYzV3RyS2ZJNVJISUNoVmIyQW50WVdjd2ZCL2NFUjZBQ1VYTk5hUGsyS3BaakNoTmw0N0FoMEFFYXk2bGx4eVlzMzVSbUZkT0tTSTlBQktGYlRMdEVVRUR0b1FRZFVranhpRGtlZ0F6Q1NWYTlBVEYrTWk2VkExekJyUERRN0FoMkFrbXRhT2sxME9Jbm9uMVpvbHVPTzVuRWxrZ0xLMGRHcDZDUXFscTA4alhxZEtUc0FOVG5Ta2xwakpVb0hEWk8wYWp3SE93STVJSC8yMHRlUjhGOHY3UCtXYUFsTmNDdkt3MW4wUjFyL2dHV0Q3RFgwSjM1VWo5d0E4T0NMV0ZDRFJQeDFMSXREWFh2Z2pwaWFMeWJtVStZcXkzdWJCYmduUkJtKzdJb2J5ZDJLMXExVk9EZzcyZFZMY092V0xBMkR5ektuak1Ud1RTRnl3eVJzcjFHSGVNOTdybWtVRkswNlJNS3pOSGpJM1lhTnBmMXVWUHBzSUF0K1BqRkxERkgveXpUdVJrQkhROFBLb25sNURQdHd2MzllaUpJUGF1NmhPWjFLZE5JR2ZLUGROV0JwTURKY1MzS3lROWlURzRBRm9pcVU3SHVjSVJjaWRNcTVHaTh0V2xieDBiaUw3TDI0U0N1Z2hqT3hOUHN1U2pYNHJNQ1RGUnROdWtqYnQ3SmlLRVdpZGE1aEk5ZFF4MVorYlhvcGlVSFIvd0wzTjNrSnM3MjhaTmZLdlJFZUlaVGNsZnhEZUY0Mjhndm9tMEFNaXY0MzNBM0NpUm1QUnlMVUtBMmpQamxwSklsamMrNVJCUlpyYk9VSzBYYU1KSTFzcVYwSGFDcHlmRENTRG9yVnhHMERTbnJycVdZcVVHYkZjOHJhQ0pSR1dhUEVzcXczV1BGZ1d5VjNhQU1lcFBrSnBwQURUVkx4WUc5VGozQU44aElXV0I2aXNPMkxxbWZhb251amtzaUhBTjZLaVhJLytERFpOZ3hKRDg4djFacEFxeW52ZkIwTVlHbGZDUERhejRqQW13TWNORjJLdm5WK05UNTBGbEgwM2VuRjVJK2g2RXQxSWErLyszOXFDYnJqOFR0SGpNa2I0eWFrcXk5cEh0WjVHRVZIaG5pa0RmQTdRd3IwRUYxSVdMZ3RhNFNERWdlbzhkc0FkMjUxbzFFT1ZUUVZQR201eHpEMERFTThvUGU2aWc1TEIzcGFKVGpWSFJUOUxHM0pQcUI0Y0pvMkc3ckRqZzJaYzRRQ0xoTVduREdOR29nSmVQUWwxRE4xaDJBZGJFd3o3SXpncW5abmtqU0ZDQU9uZlZMNi9QUWpvRHVGZVNhd1l4Vm55bFBjWVNicGtzalp4d2JiNnFudU1LdUtHbjhDd0kwZFVlWUtTeUFVTjFNZkJaNjJDQkZnUlJmTXp1eHdXZVRaQXk3UWlkVVlEM2V5eFJ4Q2thbWh4aGQ1aUxCVVZLYUd3WUx1NEJqRkFhd3Y2QTZPUUFmUWM3SkR3WHU1anZZb2Z1Ty9majNWTGpZdzAwcmM1MFhKK3dvd1d4YmJlK2U4S1RXTnBTSkxBeFlLVmowbEJKYXlMVHpoSVliOEFvOWhsdWhra0tVQkV3WnpoOEZOZkttN1c5MlhsdXJORUJTek5LQkwyeDRwMm5Vc2RoLzB6OGdwcnM5Z3Bpd040c2xYcFNqejViQjhyOEVrZnZJWlcyK0tob2oyTWpWUVl0a3ZZRm1IVEhIV0NsUHFUYzR3dDRabGZGOFlLQy9zd3dZWDZJem4xaENjbCtaUDNzWGFNOFNzdVRXYzJwWkhLSGtvOFk5anA1MVZJMENWNjVpQ1IybDRDemIzR3BBYnZiQVpDY0ZYZU9rVmgzOUgwWUNDdTVIVUpmNm1sNmJyS0JxVzFMV3BKZ05VMXVkb3FMRXNtaUpBQytiUDlpbTBLUmNjMU1EQ2hNUFhnTDlqR0Q1SE9FZ0gwT0hIQWN1Ym13NlZEUmdud1JBTG5hekpJT05ZdWFjU2d0ZmQyNm8vcFIwbTBTaCtWUCtzTzRVc0FRL1Z1VkJrZUJSNWZhOVFxdldUaS85cXRPUHNFVm9ScVJZWHlncGhmT3VaY3Q5WFBPaG56YWdmeUpJM3p4N1dGWlZxMFNaSkFGQVE4UUhBQzNxUTFrSGoxQ040S0htWFdBcmtIRmhKTkJsTVhsbGlDUXloaHZvSHVMN2NqdzcrSGZMaEVseWpmNHlXMnp5RVNmOEFGMlU0cjNrSXFmakV0NThBRXRvZjhkYjcrUFJsQk1vZFdyampCYjZOVk4vSlQvSG40MjBLVWYyckh2QkRyRkRZdGxSdHNJelpZYmhETUt5THJwWDZCQ0RKU3I5OGUyN3FJc1lxN2VUOC9mWmhKNm53OUIrM21OTFpodFVyM1lTdzBMdTBPeHRQUlBVL3lieFJhZ29ZVUJZQUFBQUFTVVZPUks1Q1lJST0iCn0K"/>
    </extobj>
    <extobj name="334E55B0-647D-440b-865C-3EC943EB4CBC-11">
      <extobjdata type="334E55B0-647D-440b-865C-3EC943EB4CBC" data="ewoJIkltZ1NldHRpbmdKc29uIiA6ICJ7XCJkcGlcIjpcIjYwMFwiLFwiZm9ybWF0XCI6XCJQTkdcIixcInRyYW5zcGFyZW50XCI6dHJ1ZSxcImF1dG9cIjpmYWxzZX0iLAoJIkxhdGV4IiA6ICJYRnRjZTJ0ZmUyNTlYbnNvZENsOVhIMWNYUT09IiwKCSJMYXRleEltZ0Jhc2U2NCIgOiAiaVZCT1J3MEtHZ29BQUFBTlNVaEVVZ0FBQU1nQUFBQmtCQU1BQUFBeHFHSTRBQUFBTUZCTVZFWC8vLzhBQUFBQUFBQUFBQUFBQUFBQUFBQUFBQUFBQUFBQUFBQUFBQUFBQUFBQUFBQUFBQUFBQUFBQUFBQUFBQUF2M2FCN0FBQUFEM1JTVGxNQUlsU0p1OTN2TWhCMnpabEVxMlkrQytSV0FBQUFDWEJJV1hNQUFBN0VBQUFPeEFHVkt3NGJBQUFJVkVsRVFWUm9CYlVaUzJ3YlJYUnNKL1VtanV1SUEwZnNLeWRIVURnZ29ZUUxCNlRXUlVKUUJHZ0xvdUtuYWlQeFVROVV0b1JBQVlHY1N5V0VrRFlIYmh6U0d3Z0JEa0pVNmlrUkVvaWJ6UVhhQ3NrcE5DWk5tejdlek83TXZqZXpzZGRPV1NuZW1mZm12VGZ2TisvTlJvanhuOWI0SkdOVHpKMjFTV2FmdENHSG52ZGZ0Rm5Nd1lZTk91UzhOSmgzT0d6ZWRFQ0hBM1FkUllTWWc0WERNYldvUzdCc1FlUzBmeWNGT0Rrb1RHVlh1cXRleWNNUzJhQm54djYvWm5qNHdRZURWc0prQmk3cVNYTkhqKzdDdTB1dDFZUmR6YklFcTNwNDZIY2VUaEllSGRqV013K3U2K0doMzBlZ1JuZ0V4RUdMTndqaWNNTStOWDBPaUkzYXFhRTlrVFNmcHZaUklJekxSS3VKV0J1aWZPSnBoSlZoWURDWTlIZkxLYk5zdTBkZ1B4RWlnbHRrY3ZEd25tTlBENVlQUmlPbURUMkNyd0tONXc1UmEvM01sMytTaGNuUSt3d0FkdVlUUU1vb0JJcnZNd3ZWeWNueUM3SjZJMjIvSWNKL1NHRk1RZXMwdUVRWFRoTmtPMGwvSVlyWEFHN1FEVVVMM3daNGlaQ2tEOEhZL1JMdVZUMUc3Q3dUS2Q0QytNZG1rZ2ZtUlNHOGQ2OCsra1J3a2EyYkF4UEJZU3dEakpBU2l6d2g2a0JWVTN5YU5xaXJ1R3d4SVROdzI4eFhWajRFT0xleVlnQVVLWUZ6a09nZEx3cGd6eXhYZzBBSjZUSGdGUE0wU3hNaDhyWjVRcHFya3M4TWtFMHF4cGNmL0JYRmNOOU5Kd2NpcnVGcEluS1d2UkVQYTRxVi9wa0ZkcnhHNElCbXRBUlYyS0pxNGlHMTNyWkZBU3d2Vld5WFNMTEEzbHViQ2VrRHI0YjJsb3EyZGRyZzloc2VzSXhHcVUybVAwOFRJUUNVUXViSG9VY2hxd1liRHpDcStWWlJ5QkpaUkt1SkJBZlFJbGhNQXJEc21TYWtCRHk5aE5nRUV0S3Nta2p1L2lSQ3BvRnRITm5VcVJCV1RhU1FkU3NXTTJuaWFzYzBRVVVsNitTWlNKTzZuVXhvcnFXRTV6UllWVDJ3aEdiU3BHTnZsVHUrYmJrVkhaL3NRSTR5Q2ZIdHJXTE5Xa3Y0MU8zWXMvTWtpeEJualpYeHBPbUtKQ2NIY2pSM0dMaE94Z1BQM3FwZ1o1Y2ZPZWlFMXMwNXU3SUl3ZWpaMWd6aTl4UTlqS0wwTFpqS1JJcE5kazNjTkJFRm9odWVUTXZJckcwYW9hUDJPWjVGRTdUZ2dxVUozU3ptb3NSMnpCcTdNbWFLcmswZzdVY2t6U1BIY2trRjA1eXB2dWl3MDlFcS9adEZrMFVuVGZEa1NIak9xUEpSVGVweHhTN3BXWVNzNnlMa1hRdk96a2ZiQzVNenNDZ2p0aGowOUw3eE9OZ3dZelhJSUFTWHhJSFRnVFB3ZDBSZkpSM2tJam8rTk4wTGVvZDBrRm1GWUxNUm1lTFM0QXFHVmFRSzdZWExzUC80WUNNU0xuK2RYamlESmxpaHR5VnRBVTN0UFJLZmpFZHBvcHozbjZySkZkRlRaSjJNaEdVUWdxM0ZtbHphZlVXSWQweGVCc1ErRXBzOEpYcENLN0FqcE9xVTN6aE5wblphc3JCcURjSWt2QkwrYXRTMi9lNXEwZ1RpVWtVVXAwbDNTUWpNTzUwRC9NNUk1WVI3ZEtiR0puUmlUTjNKUEV5VEZsNm1KQ202UjlkZGZ2dU5pZFVyc0pvT0JOb3RWY2ZKdkhWMWNuZldjTEhVSkU0VTBhRDNIc1U5K3BIeFlUOWRYbUhRUjdlc0pRcFNraDRSb2dIUGFHeWJmcEhRUUh4WFU1eGxtYWRzUEt2cE1FMHdBVHVuMUh6dUx3MUdyYmJNbUE0YXJyV0UxZnVpQTJxVVJQbGhWeFFpUlJobU1kVmVCWnRlMHVTWVU3QSsyYVJxRjdFaVRFaVozTjBUeEdacS9qUk53T0IxeFllZDVZUkFqU3JZZ1grMDE3S2djdHBJK1hKWGRFcVBJc3o1TU9oRm94L3hpckNxaHVRSDArUnF1dm5MS2Q4Z20zYll4Snp3MmpQNHZDV2tkMkMvUnRoSFEvU1NQbnB0WE9pb1VneWNUY1pFK1M2S2VVeVVmWUM5S3pZamJHd0JudnZkQVV0QWZ0OEd6ejV2US9ROGR3SDV5TUM3cndId200YnFOK0x3dVZIVGMvcE9McU14MUtOWU9pNGk2eFBuRkNTSHd4ckZxYXZyN1k4ZlFsVVBzZ05mZnRDc0EvQzF4dUc1WVlWd1ZFM09veVZiZXRFRTcvY2hPU3JVeGI3R21NVFZaQlBnRklPUE44RUliaVVVbUkyN3lReEhsYWpwd2c3TzhUSmJOM1NDaHhVTlJJOGRBRWlKS214SUJtalVlZm1lNktsYTdTRXlZM3dXVlRXUjkxM29NY1E0RTJUYW91dnJWdEdLcW9reG0vY3RYWngxN092T0xTYW9Xa0dzNjB2c214blR1MmNWSU5kcEpwcW16YzBTVlJORW92QWV2bVp2NjRWanZMRVM4cjJoRUpwMm1DWlJ0RzFHWm14dmo4RmNMM1ZhSWt1SXFXbjl5SGY5TlUwNXhudVVrSW9PdmpEcUJScTlNWmpycGFPRXhGWVNJbFFCNHZGUTFGeEd2RWNKV2RScFUxY1pYemlnSmcyWE1rcUl1WnUwbFpENFlsandYNURwWC93bWVQMnI0ZndWZHBRUUUzeXo2b1BCNHBhazh2d3ZBRlVxTm5hTysrbVZtVXNlSVFUUHhiaU5tcE9PejBkbjZkUk4vRXkwSU1KYkxXeGNNNXliSTRSZ2ZkR0pFV0w3R1VhcHVMbUZoL051ZVUrYWJOM3A0YmtXY2paQ0NDYjh4WmdJK3cwLy9pOUJZeDQva043cExFbk1ZZ1o3alJBaUhuNDJsaUhFZS83ZXAycVN3d2EvQW9QbysxT2ZmZkkwaTlsZ2xCQzJPSjRVc0VuRWcrRlZOUTJOUGRPV1JyQkpoRXhmVDJvWkZyUFRCM09QTVpNSWFaK1Vyb2kvMWpWZzdYOFJjdStxRENwVVJ6N0JYWEI4eE1uOTFWMDZmcTd0dVZnTE1vbTVrQVVtYVUxeHdzQ1cyVEw4bVZBSThtNHB4bFA4TnBndWJFSWhVK3F5aWl3cjhoQWI5VGhDc0VxaFgwYzlocmY5RDRkVXdqUWhDNmtyR2JDcXJ5eU5ER2tpUGNnN2JQemd1TVg0cFU3NmNYdUJlOHl3SlR4bWVaT0RiZXQyS2w4RzdNWW5GcEl2QzNHaHhaRE94TG0zTzZvNUpCSVF4SWZ6ckFvQTN0aTZCSGpRV2RacHNDN2ZwWkFRVE1HYXdyUmwxNWEzL2grZ01QU242eVFUM2xkTzBSVnBZN1RTdklLSDhuU1o0Z1ozQ0xCQnhHOGE3UEh3TGg5eFlHQTJNZjlZN0VqZk5QRnYySU9LOUd6OEozamZXYmFCZkc3K3NhanFvbC9qV0Q3ei9tQlhPWTM4Q1MrSUR3eFZwcTMxcjJNQUZJYTFFcm43R3dDdmFjNzAvYVlQMWkyRlluRmNqOU1FUDJhdmllNmFoYVZUeWVsbkNrakczdVh2amc5VHBhOHJWUzdZYXd5TnJXUEh2eDloK2tTcU5TcWZiY1dRd3ZyTEd4WnkyUFEvcUNiZnp2dDZFbzBBQUFBQVNVVk9SSzVDWUlJPSIKfQo="/>
    </extobj>
    <extobj name="334E55B0-647D-440b-865C-3EC943EB4CBC-12">
      <extobjdata type="334E55B0-647D-440b-865C-3EC943EB4CBC" data="ewoJIkltZ1NldHRpbmdKc29uIiA6ICJ7XCJkcGlcIjpcIjYwMFwiLFwiZm9ybWF0XCI6XCJQTkdcIixcInRyYW5zcGFyZW50XCI6dHJ1ZSxcImF1dG9cIjpmYWxzZX0iLAoJIkxhdGV4IiA6ICJYRnRjZEdWNGRITmplMVpsY21sbWVWQnliMjltZlNoY2JXRjBhSE5tZTNacmZTeGNiV0YwYUhObWUzQjFZbjBzWEhCcEtWeGQiLAoJIkxhdGV4SW1nQmFzZTY0IiA6ICJpVkJPUncwS0dnb0FBQUFOU1VoRVVnQUFBNklBQUFCVEJBTUFBQUIzOEtlVkFBQUFNRkJNVkVYLy8vOEFBQUFBQUFBQUFBQUFBQUFBQUFBQUFBQUFBQUFBQUFBQUFBQUFBQUFBQUFBQUFBQUFBQUFBQUFBQUFBQXYzYUI3QUFBQUQzUlNUbE1BSXUvZHpVU1pFS3U3VklreVpuWmkrNzhTQUFBQUNYQklXWE1BQUE3RUFBQU94QUdWS3c0YkFBQVpQRWxFUVZSNEFlMWRmNHhreDFGK2U3ZDdjN3UzZDdObk1JYkVZWmF6SlJDLzVyaHpaQ2xHekdJZmlrR0VXUlFKQkZFMEV3UkhncEJtejRFY0lJZFpnUVJLVURTTGdod0RjbVpGVURESVlWY1FLd0tFWmhJVUlTRkZjL0JIQ0Voa0JyQVRJeUZtMmJVZEg3SDkrS3E3cTd1Nis3MTNjN2U3bDRuWDc0LzMra2QxVlhWOTFkWDErczNlSmNuclY1NEZGdDZjMXpOOTdYZGNtejZkcGsrajFyZE5uMDU1R2gyL250ZnplcnUxd01tMGI4dFRYeWpWM2pyMU9uN05GZXkrOERWWDRTWVV1R052N1Nhb2p5VHBiSnEvTlpYVGRQbGdqVEpJMDUxOWNWeE03emZqSzd2bkx0NTNDZGZGYzhJbmo2SDEwcVdITGxTYit4Sno4NE1icVgvZCs5aWYzRHlUQXhuUitXbytteWxFTk5sNjN1aGJjUmFVaUhKck0zOWFoOUxUWU1IdStjRFNvVWk2QWROVDZVWSt4VFFpZWlwZDF3cS83OTIvcVkyMzk5aTczQlJPMUhYajQ1dXU3YmFVdnVueUIycEs5T09YY2IzN3cxVlVycS9lRnRHK2tFYTY1amZJMmpRaW10UmV0U3FlSUJOK05aakFINkh0eGI2bHVZMkZtUlpFbjJlQlR3TFRsd0xkdU84UW42WHFLd1hjcHhMUmlzak5PekRoUmppQldycTNGTGJkbnZveHFET3lvczZnOXAyMmRyc0tzK2xLZ2FpcFJQU01Xd1pKSlF2UmhrMmVDcVoyS0YyelVPZWE0L3lOZnRWMUhHWnBtQmE1ODFRaW1sUmRMbmNTTnRzSjdkTVdpempzTzl6NmZBQmhMVTNkRm5HNG9wbDdLWDJSaTFuUDZVUjA2QkNiZ3dtamJhUHhVdFpjYmtkYmlPZ2pVRy96ZGdoMk1rNm1YM0dWdURTZGlCNFhPMFUxVGZkQ3ZWc3ZoeTIzcXg0aVNqdHBvWUVQWHJGQjJpeGlPcDJJTHFUL1o1VWV3Mlo5VzlPRjZrclFjTnVxSWFJSnRMdCsyNlFyUWQyaWQ1Y2ttVTVFazlxdXRWSWJObXZhbWlvc3lPVEU3enJzV29Sb0o4UGhEbFdKeGVKdGRGb1JIYnRYaEl6VWFEWTlWSnNWTVk4UUhjWU9WelIrLzMzemFmR1dNNlZydE8xT216TlNvMHBoc3JkL294VndpQkJ0QU5Fb0Z5OWdzTyt1dG5pMXkySTJwWWllRkJ0cExVMzVvTmZNb0Zmc3BWbnpQS2kyQ05FQkVQM2ZpYmkvL3owUDdqNzhkQlpwNmZPL1Y3MzNkMWF6dXVLMmNib2RONHFXS1VWMFRvQTRoczM2UXVVa2NZblJ3dTlIMXpXUTBybzIxOTRQUDd2bUJzK2E3emJueUVmK05CbzdTcEtoK2JCajM0Z1hkdSs1NzlLRmFsOHppUkN0UUk3NmpKQXJVdzhzUGFNVmVtbFQxOFg5MSt1NjY0T3VMWjdYUjdtelZuaStNTFdaRVZMSUpaNUNHL050Y29XZUlqRTZyVzBoNzBRcXJJdXU2NXRvMGhjZCthaUxFQjJhc251c3UwYUhxTzd1YXdZUm9tMTBxL2ZsWEpsNllDOU5QL3JqVjk1UlMzYzNkWU85bjRLR3o5NTE1MS9LQThWNFh2d0d2aWg4M2JLUWhTbGRvMG5YeFpZb05SS0owY3dubmlPRFAvRm5kUDNiY3pXVU4yaDZWLzZoZytKVFY2K2UvZXh6VlhFU1d6cjdPVm9RUC9icHUwRDBoaThTMGZWL3BiR2YrQksxcnlSSjZjNy9SQ0Y5aTNXbzVPMm92dmdVY2NXVmlhaCsxY3FUcWNiOVU1cCtpZ296bmZUNXZtcmgyK21xK1JMeHpXbjZvOXpvemV1TFB3c05lT001a1ZwZlkyTC9XWjYrTDk1S3dhSGIvOG41MVNwZ3pmM0VDS2MyUE51azlCLzJ5d2o4d09SUGMxZ1hxencyU1k2TEU0dFNWYUdvTy8rWVRVRTRpd0V6OHVOUGhHZ0Z4THl0NThva1IvaUlsckpZQzQ0TnUrbjFOZDMxZDhMMWtrVE9hNkdlOHV0Y1djZDRONSt3TksySVZxeVprcVFtTUNQOWUyeEJOUmw4YnhPcGI0ZVRaTVF0ZG1aUWlMTlhqNzZWaW9EZU0wa3JoZVpyd2xEeW5DOUNkQURpcnhqaVhKbWxtbFVtK1ZVcE1rbmVtOXBvVk9yS21YaDZJakliR1kwYlpkYlRpdWh4QWNJWVJ1c0xDMWZQaTBxQ3lUSjBhSjduQ1MrSWhkMTFWa3Q4K3A3c09XR2d3YUowRVFLQlVqaFhISFczUUx4aTlNbVYrUm5wSWxpVVR2L0Zxb2cvY0pjTjIrWFBxOFVIUlQwcnpWTDZCWW5vMWF0WHpmcjNhVkFyNmE2NXYzcHc3dy96YU15Z2dYNC8rN1ZQWHRqN1VNUm40b2FUWXRwdEdLM3BSb3JFaUJweHNpcFdZS2xxWGlVUXEyMm9CZ04zcWdoNjV3RndscEhqWERPTEg2MkM1Um01WUtNMTJvSnltNFpGbmt3RWR4RkdFUGJYclV6RTFxYXRKTFdVRTZCd1hzZlpwK3QyU1NjSThuYS9BWStoZHExeXltRXFvV0N6N3JoN3BZR0M2YWRBZ1JqSGtOSUd0MlRJaGhwSDFDVHBkM2xNYnFhQ0FHYkpvVG12UEdxYmR6MVU5UkZOZXVZWFNkSzZCQU9ScXN1akgzdUlEZzN1WkFtZVdKSzBuWlV6TXFOYWFyYzRTckd0RjBtWjRMZGlwT09CRU9EOHBlNkJVaEhxZUhvbXA5bHRuUCtvak42cG1kUjFJQ2c3Uk5FaWRYY3FvRFFnbTM0TUU2WHJ1MDFYQWFKSTdkUlYrTlBibVU5V0RabDU3SzFhb1lzaTBKSWNhNmtrcVFoL0I3MC84NlJpVUpIV3BYZUJFYlAyNk1laUE5Z1pTMVBZWFdINnBIUGVGbU5FU1RmN3E3WThtUzB4R2ZEcXVjUUxtNldKQzBvR0lxMWw1dW1abE13RUlLSnYxYW5KUFlPVXBwNnlSWlNjYXNNU0I0VUJFUDBsRU9qTEdKNW1zMlFJaDNZWkVlbTNHTUowbC9zRGZsUXRkWmpLUHBjZG1keDVhbDU0NlVrYlJJZ2VNNmhJNjVLaUs4emFzOVRZUTNTV3cvRlFST1lGbWZkRyt5Z3Q1MjFtblNNVHpXTG5oT05ZbXljTjMrWWxzZUE5UFpPa3JxVzRGQWxDb2YweXk2YjhRQzNJc20zc0JuSXRLUlVHMkltZ3U3bk0zMXlRb1JpeG9VVDBGU1pNaTM0OWNvZWo0dEtPRTFvVE93QTBGNTdwSjBiaEdqM0o3eXhpWFpQN1d0YWVwY0I1NUdTZVVpWkJuWERxbS9aSHZKQVE3cU05YVRXSnFKQUpicDRUd3ZZY2R1dE9qaElIZGlNajE5TVRDM3RkdGMvTGo4VnRzYVFUL0FKS1NTa3pvclJaYlJobThXT0FYdmpBMy81NWg1N21DM1F1b2lCNTI5OC8rZ1VpOVp6VDQwdWp3MnZiVWRqWEVEUzFRZGZrcmlBeENoRTlZeVRtV0RkWTAyTm5RZkJmNEVTRDREaHZCSHBCTjF5akZNK3RadDQrS2hEZGNzd1VUNnhFazdraU9mYS81cmZkcTFDQTZOYUtHbnRNV2hUdXhUNllKQ3lsekloMnZNaW1Sb3ZiQUVxazM3dUdVRG1tMGtoMUZTRDZRMFR3UGlLOXBrZ3pibUM1ZS9IU1F5bjlacjYrUy9kTDRtQXphYmxWUlVtZHE4MXpIbTk0dXBsL3JvK21PWU9LUkJTYnNnWEk5d0RNWm1UNDRMSElyL0hKMEliZEJidFlGWjIvUm1uajRPV0c3aHlaTlJHWUZSUGJnTFNYQTczcW9PTVBibkR6VWwyRFpmVW95NndaRHVHTTBUVlRLUnRFeVdncmFrem1EZVpQbjEraXJwa2FpdnFWT2g5UkU2aTJRTHFjeVErdVVVMmZBTVBUQ29CWmtmZ1krckg0b2tHQ0xFV1FHQW1FT3R1a24wRkZXcGZHTjFrUHoxSmpSdlRNbDlGZnNoa3hBZGRYSXg1aEMrdnhIcUtMZjhGVzBaM1pNc21mVmpXQnVmZllMRENyellSVUh3SXllNVhUODMvVzBOZmVVUVFWNlVGSjFhMFl1L0RMaG5rTHV0SEFuQXVpT1NiamtNUDRFUmxxeVF3WTJsVkVwTnU2bGVZaVhOampQWnUrbWVyenltQmx0UU40L1Z0eXJqVVJRSG9Cclp0NVY0bjlHODFHV2hkMnNvb0tEd0RobUJFdHE5Zll5NndDMmVlOHFuVDFnenNJMFg4L1M5ZmQ3L3hTRlVGemszdnd6SlpKMGdVUmlnM2VXSHZXYW9hQVROclhaVGN2cGZ1SnBtcHVPTmRHdmVXV0ljajFmbFBXaUNLTExrcGlLRFBpUFFhTHkvZ1JpVi9TNGlsTTdlZ2lTRzF3UjZ1L1R4aHFQTVpHdnZMUmdSbnJ1aUhScmtwbGVKNW9FaVJHQWlHVERtb20wcm9pbHVYdG94cFJKeCthSzE4TGdxN2FSekZ0dmw3cXV5RStvazRtU213N1F3eWo2NVZmYzRpWUxqRGUxc1VBVWRNL2xJNmVWTnkzV1VqUjcyMWd2Z3ppSGt5L1pnWmxQUUNURFE4TlNGMGxvbHhFTGFuTUdYMjJNMmJKTnhTV3cyVy9GN1dLM1ZCUWFVTmtVNU9FaVpGQXRHcHNvUWdsb21NYllORGxMSVVLZWthS3ZCMTh0ZWF3R3dSZEQ5RjdIdjV2TmRiZXNtVldoSXRyVWhoZE9UcGxUK3QydENxZzVieHVzWHFXN0xKQlJ5K1ZJUXIyMWE2aDNrYVcxVUF3UjRFQ3cvMnFubk1iQ0VScHkxMG51aHNqU2hSTklvMnVlYk4yV3l2VTFkbUlDTXB1cFNjeU5Rb1RJNGZRSEh1MzRpV3Npd1RDUm8wOFJCc0JvaFNKeUxSQjBGV0lya2ZLbW9ac21WdmVwd1FpeFl1R3ltZ29zMm1hc2VZQnNlYmMzeUk2SnhGdGlmUUNXUWlIU3hXQXRVT1hGYUxqR3l4UmlycDI0WkZuTFpNQ04wWVVCNVdhMU9qckhteEJ2YTVxV2huWFRVY2ZJbFNSSkJPRUt3SWNSVzluZmtjT29xV1d5eDh3d3RMVGFFeDhSTStrRXlCS0x3UEk3OEtnT3ltaVVpWms4RUpTb3ZUcjdoTEtVTVhUR1UxMUcwZXRuaWNsb2gwR1hMTUNnMVZkcXZJT1dDYVRFK2ZpZjZsaElCQWxxY3FQSmtDMFoxMU95N1gzenFZcUxtcUZNdDV4UEVUSk13ekFQUmwxaUFlVWg4RktkMzdjdDQ1ZEwyL3FwT25QSzJINlppMUYxYkZCZE1GemZlclJZVGNNdWhNaTZzbHNSZWtoOFNZZ0tIc1prVEIzZGEyaHJaNWJCWWhpYnV0cU1KYTdNVkNaRUIxaThaTFA1RjhES3dnMElGZWI4QVNJTnVRNHlmNktycHhTV2VBY0gwTUxpcktYVTQxVHpnSER4RWk1STNycDJoYmpvUnk5NUY1RTgvUC9MTnFKL2xWYkIxOE1ldlNkM1FoUkhYYkRvSHREUkROa2RteDhZYkcwYjExRGhaL2NqcWNqTnA3NjJYL2h4YWVvdXY0YWJYQkNDaWN4UWF3TVJPbmdJNGdMUW9ZcURpUXlGVU0rQWFKZ1g4ajVtSEtzTXh3NmhOaGo5c1dNR3R0UXNVbUZLREVxUUJSajFQWGJOTkJlSWFLR0tJeTZLdXlldGhrMkQ2Zmx0YzZWOEVrR01aZVFXYmZHWm5wQ2NvUUtKWTZFckxnNjF0K2dKMTlManFET3J4UzZDUm11QnJMTjBLcVQraTBhS1VhNThiWTBrSWhpWTFkSENCTWd5cVNXVVZCb0tMeXovaTBYSDFHeXdRNk5qUklqWG5PUHZxTWFybEUxMTE5dStXdVg2YlVpWTVxNnVpSkVTZVJXNUk0M1FqUkRadGVDeEpObkpJblppQnYxczg0UVNVOFYyQVNJQW5ZZGJER1JwdVpReGkvUTFJeFdkRDNuUHBDSXdqRmVJcm9KRUdYU0hMWkpTK1ZieHpQOENTUEZJQktsak5WV2trV1BRK2k5bVlnbXBhNS9kaEt1MFJIT21mQTdzd2hSQ3J2OEp1SGtUWVNvTDdNVnhTbk16ZTZqMjQ0M2xXclcwRWJQdTUvMFZsdUFLSjJFS0x3eHJxODVBVkY5UmQ2bys4M2RReFN6VXNjREV5REtwQjR6VWRFTHIrMU9KMjJmdjBadGFoUWxSZzdSdkxjWDVCL3l6U3dEVVhMT0NGRUt1MndscTlVTjkxRWRBeW5uc1RKN21XOHZmZkNrbDhhbTQwMmxLaDhudVhrMXBMOEgrMmpTMVJFSXAzTjhsS01SL1k0czVhV29FRkcxMUNkRDFLUmdrcHN0TDZRclZHN0k1V2c2ajFrVlZjUFlhQmdsUm03bVNkNEpRMTA3b0dHY2lXalNpeEZGMkkzZGZMSTFTbThoeXVsSjVwRFA1NHdDNnFPMDhtRktZRFpzcXlxZ1JiMUhpTGVzVXhMUjRPMkYzRzRaQStGQm5PNXBSUHUxakFBalJYbUlZaHVZZEkweXFlUWx5dk02VUk1dmpHZ2JVMjNTV2hxSjRhcm9FREtuZ0ZkVk05ek5yQmQ2bVY1MW94dzkyc2E4a1ExaVJFRm8zOEh0OEVrUkZUSlJETHlhSmtNYzZkeDd4YkttQWtYUkhkMWk5VndzUWhTSkNpbUpoM0VFeW94b25VT3ErVjZpMllWMzlMdlo4ZVk0d1JwbDBwQ2ZxYmUxcVZzWmlQcnZvM3hxRkNkR1lvMTJ0NG10K1p3bUVNVjB4VXF3bGlMaU1TUGFQbUJFaFV3VWcvazErQkNyYXZFalpYQ1JTZGRWeWMzTE93WDB6NHhVNEtiTVlzdE5zUXdXTUN1bUtmMVk4eFQzZ1VRVVkxUTRtZ0JSekNhT1hJNXZUMCsxRzh5WUNNb3ViRkdWWkdITnhZbVJtM25TVW9pZTBhNHBFRVdnRUhobEl4cWUxRU1rQ0owWGt3NTBUYnBHaFV4S21sZjFhSFB2OGFsNkp4UkJPK3VtcG5KNnlqWGFDM1NpQXp6UWQ1MElRcFNPQytwcCt1MmFVK1o5SUVXam9vTDJCSWkyWFh6UDRsdlY0YWlXa1JtMVV6K3JyYW5ZTlg0NVl1Tm1mdmNhZFo3VUc0cEFGQ2h3QUVhL28wZGx6R3Ywb0JFVk11bjBWdmthYWFjdUdIdEhGYlpDaDRjanNIYzdQU1dpVytZTGkrR2tnTnVrWU0yZlZWWFUzVVIzaFFPQkpmVUtBTkg1Szh5Z0REc0JvbEE1eHNCeVBtMFdjQnJubEZESVg5d1FDcW80TWZJUkF1dmo2anlMRmpYRGlFVmkwNVE4UkdlV3JGWmNnRW5kbkxseDBqVXFaVmJEM1JKVDJWQU1FY0w4TGJic1ZIV0lubVhoZUhvZkdhbDlTTHlRWWxscmdZV2FPS1ZkMThUSW9EaVFzNnNiRjVzQTBSWjdZOEJQVjJlTnlWekljR1FOQzRodWEwUEJaa1ppRkNGcVZwdEFGSW1nOWVBOFJKMWdXOW9Yb2xMbTJJdjY2b3VKV1hZUUlSZWd3b2MzQ0llbzFRaUZ0b05PTjVjcEp4SXhudGFvZHBkdUlGYXlVVi9mckw5U2hxYkdTRVI3RnJxQkJML0s3SDEycGpiUXdRY3hZeFQxZTc5aFFDL3RSanNaaVZHRWFHTkg4ZklSRlhiekxEWE9FbTEwMlMraVZpWldvcGQyaW5RUjlta2FjZXBSUzlOMVUvZjB0RFRlNzR5b0ZYWjVCVGluSzB4U1poYjR1YjRmQUpoQ1BRY0NKZ284YWpsTFJEdVppRUtyb3BYZjBaNEJSTmM5YVZTUnZ6T2lPZ2w3cGUzdnJkUWVJZG82cjVvRFJEZFZJOTA4UzQwUEUxR1dTZkZ2emNwUGtvWjcxUmk2SWhIUUpKblMwOU9PUGg2aWhQVjFuVUt2UW9USUxLSzBmNC9zd0xBQVJIbFhVbWNwcXAva0x4bktxa1JVNzJUb2lSTjN5WmpYSnZLMUZkbXV5aTErTCtPZUdseHViQU1GdHdZSW9ibTZvZm9Fb3BSQWJ0c0JucVVPRFZGUFpsM0tWOG5NeUtpRGNHazNRRFNoeWdjRnZ1ZFo3ZWZsQnFKYVlSZEtkUzFGMmE2UGpnaTdQL0g0cXFWUWhZRTdaYUo4V1d0QmlQWTFIZm5Eamk0S1VwTEVDa2NzMWJ1VUdnNWt6VmpOUWQyNzRabnFHQ0xDTnFMMEVLS1BNMDAxUGtCMGhSclg2T2JSZyttSUdyTXVFTVlPTkdsbVJJaXVFRmVTaVIvYmlmd1FmRzJvS2RXc0NZa1k2cXpUa3k1UFQ5MmtXOVVzYkFPTldaVmh2V3g1WUQzeDBTRFVZU0RNeUFFVTNOYmxiMEJSNzk2RTdhcHV4TmJBcUJCcFU3ZlN0TXhHSDdPa0Zhd1RGaUFhbTY3S1REUXJ5Z2x3amJqbW5zSE1Iekh4Qno3R1VZV2kzZzRHektwakZkQzd5Y0VjWmxxT0laZEFHS3RWaUdpZVRCaEsvSW9MQmxwaEdVbEZIQURUR1pMYitUdzlMVDFJK3JhaUN1MDAvVG5wTVdXTEtLMDRNN3NHaXB2ZU9JSkpHd2gvOEdnTjYwcGRGTWxvdUlqVWhJNk9JMmlndUtuNjNXM0l2aXBkekhRRDVZQ2NVaU83eVRnbS90K0QwaWZqVmRVSjYzSUFvMVNPMWtoWkllcjVWczk2bitCb2lwbUlJaTZhVkRJZWdQaVFJN01oQnMxVUpieXd1bnV6d3QrTjNHL1pRazh2bnpJZFlzZlVMZkN4QjJUd0tsdEVFOHpPeEFaQ1lzV3lwZ0xCcEJkTkN3VjJKQlNYRlJuK2J0bERWSk4rVEpER0xPbkxrZGx3YTlIbVFPNjZwRmpiRzNtY2pWYTJWUjFTdXpWSHFkK2E2cFN2YURXOUxQVnZTUEZlNFN5RjJXd0lYbDRSaEx6S1hUdGxCdWRkMVMvbHlzUXlzTCtHL296OUEzNDFHTlczR2k2Z3VxNlZwd2FJZDFnYkNqeTZMaTdyUnJqUm5sMWphQ283UkJFNVRkaUZCVGhhR2xZRHRLUzdUOStsL3NFSys1dWtPc0R0ZytLTjFDdlhhSm8rcmY3eEQvZnpwUm9JK0UzTDhBUkU1blM1RzRVU3ZET0xWMGc5QUN6aUtLaXlDVGZ6MHlEUzFJQ1dIWTl5T1pwWnIwbGRXR1c4dTZna1paa2FzeTRRT3VnTkFmMGlMSDNWbWQwZmx5c3p3ZC8xZmIrbUJlb2UxMUk5M2V2cnJxRVhNQ0ErTWdIb2VtWVI2U0YwcjBJbEViektEbEVLVGsxRjJFV0pRNVpxb0RWNkhZM202dXRHMnBUVDNZY3Yvd2J1S080VWtYWkI2ck9rSTlJVlBhVEhnZzFmUEU3RzZ4RWk0dFZ4NVUzRStSL0p4cVVyNnQ5RlVYQmRlVU1IelUrYzFiWkhBRU1NbjZGVmYrVk5kVlRlcGpwS1ovRWJublR2MmF0WG5WeGIwb3cvYURpbzVqZGUvZ0FOaHFzOGZ2bFRsdEFXY21VU1JTOU5mNWVlYzdWMGI1TUs5b0p5MTZGWVF2OG15MXRzcXhiL0F6OFovZFY5STF3WXhGb2FxK3dRSllCMEdCeUN4bk1rUXZTRkJsclZ4WDhSak5TR3I0OVVKS0l2YkhHN0pSMml4V2RKU2NFMVBZTkdqTld4T09LMVpXd3hVNmVrSjdnb01sT0VWcGNKbXkzNk0rYTNvNGUyUVhYUitoMmFNaTlydzFNOUxPT1hYV3ZEMGtmeEJrUzVNaFVEV3R3UFBIWG54NnZwcnBtMDVZcy8rTnI3NjAvLzlNK2s2ZmZZTml1ZTE0bnRLZk5XWlZzcVVFc0VyN0pBbE5iNUdoRmk5ZXo2VzlZQWcyWTZla1l1MXR0Si9BakJzNk5sRUdtcEc1TEdMTW1nUmlzb3NXR0svQmh3Uk9ZR2RUcWl0SE10K2tCTmk3SjMybFRuVXZxUFlpNWU0SCtpZjY2ZXB1ZG9BNXJsRG9XbytnZklRTVY2Q002bk5lRzVxa1FVZjB1bnJ3dlZZQWNwa3FtNXpqeGpUSEpOU05IRmI0VjJkRDNoZWlBZS85TFpReGZQc1ZWdFZ4eTh5RXVYYmIvY1J4R1cyTExQN0gzWmJrS0tsbUJLNXJvZzhJSUdBZ1ZkdjZoTytnV2lHYVFSeTZSaHd6Q1NnRldua2lxTk9TSzc5a1VaVzF6elJLV1o1eTdzL3NGRWxBZEhGTXA4LzNzdTdENzhDMW44UzUvL2NQWGUzOXJNNm9yYTVqSjMxNGdzb3lFRDBhVDBoUWYzSHV0TDRpY3Y3TjczSVdveC81aUtMWlgrcXhhUUpvblBNamwxendqa2RKVzY2dTlOZFVYZnV4eVJSV1ByKzBUbHlCYXJrZmRQWm9xU3l4OXBnRnFqazQzTXBRcFk1dEpSQjE1SDF3b0pqbTVuTDN4OW1kQVVpMzRhY3hDSUJpd0xGVGtUcGxHRjFFZXFzeDF0clpOTmY4Ri8xVGdJUkFPV2hYb2NUMFZHVWtoNTVEcmxQejE4TTVNL0lmSmhqRHNJUkFPV2hkcFU0c1Nva1A0SWRjNjRrNU9ibXZVeGs3bWFRUWVCYU1DeVVKM1dMVzcvaFV4Zkk1MnR0SDhyTXhtc2VLTU9BdEdBcGNjL3FKUXlqelFEb3FOYWJVY3Y3eE5ab25YTkl6c0lSQU9XSHYrZ2N1cjFiVFN3aUtqZW1uRktWY0VDeFFOQU5HVHBDL0JyN1Z2TTBIMHVyOVZhelQvUG0yeWFKK2dzVFZ3SGdHaklVbkNQaXIzWDMwWWptN2lHeHEwa0daWGc1OWdIZ0dqSTBta1lsV2JpWS9xSTVnZzNuSkRIdUpQYW9lNXZvd2NSZFVPV0Jhb1UvNWVwQlFPUFNGZk5QLzZaWk5Zbi9EUEFnOWhISTVZRmVnejFKNkFDaXFQZFZibjU5NWRoRUhRUFlJMUdMUE5CS2NuUGZmbGtSN2RuUWZ3Y2FUSXJ6RVUrc085OU5HYVpyOHA4T3NydmZMMEhGaGdIbjdGdWFKU0ZId3hKOW8xb3pESVU0ZXF0bTk4bTNPQWpVVHIxOWZWMmQrYld6a1NPQkpROHlWN3dkc250MC9uY3VwVVg2T21jeXFGcDVmMlBKWWNtNVlBWUw1b2ZKQjRRdTljb202MnZvNitOYmYvTDdHc1VrZjFPYStaZCsrVncrOGIveWhMTCtuK3lzWU1wa0tMaUl3QUFBQUJKUlU1RXJrSmdnZz09Igp9Cg=="/>
    </extobj>
    <extobj name="334E55B0-647D-440b-865C-3EC943EB4CBC-13">
      <extobjdata type="334E55B0-647D-440b-865C-3EC943EB4CBC" data="ewoJIkltZ1NldHRpbmdKc29uIiA6ICJ7XCJkcGlcIjpcIjYwMFwiLFwiZm9ybWF0XCI6XCJQTkdcIixcInRyYW5zcGFyZW50XCI6dHJ1ZSxcImF1dG9cIjpmYWxzZX0iLAoJIkxhdGV4IiA6ICJYRnNnWlY5dVhuc29kQ2w5SUZ4ZCIsCgkiTGF0ZXhJbWdCYXNlNjQiIDogImlWQk9SdzBLR2dvQUFBQU5TVWhFVWdBQUFHc0FBQUJrQkFNQUFBQnp4OVBxQUFBQU1GQk1WRVgvLy84QUFBQUFBQUFBQUFBQUFBQUFBQUFBQUFBQUFBQUFBQUFBQUFBQUFBQUFBQUFBQUFBQUFBQUFBQUFBQUFBdjNhQjdBQUFBRDNSU1RsTUFJbmFyemUvZG1VUVFpYnRtTWxScHNNdzJBQUFBQ1hCSVdYTUFBQTdFQUFBT3hBR1ZLdzRiQUFBRkprbEVRVlJZQ1pVWFRZc2pSYlF5eVNUcGZFMFFQV2RnWVcvYTh3OHlJSUlpa2wzV2kzam9FWFVWUExRSHdaTmtMbnZPc09oS3ZQUWV2R2R4OGJiUWMvT1lBVUgwbFB5RGpEdVRyT3V1UGw5MTE2dDZWZDBkT3cwejlUN3I0MzFIaUMzZjJSWmVNYXQ1eCtYVlBuSXBPZmo4dGt0c3dxbEx5dUNOZFQ5RG16ek5rRnpDTUhPWUVFMTQ2SW81ZUFNdUhJcEU1eTl6aUp6azV3bzAvdWQxUFhqRU52RTBIUDZqd1R6Z3V6WHoyaDU4U1RLTERVRzU2NURmY1FIUFNhZ0Jod1RtckQwNFlkUXhYQkxtd1o4RTVxejdzR1RVZ0QxMDlvSXhYSERPbjFBQmRyTW8xekZLUCtUaDBBRW1XbVVudTRmMWpBMlFWWVcxRVdodWVWek4ybklmcm95YUNKNHh4QVlqT0dlRUFYQnZqTm5SVEVpQ1B2UVpaVzdkYTFVY1h5TnVTREdFVzJ5VHlJUU1veVlnNlB2ZkEvWHBqV3JXSmx5ekNkcitma2F0WVZtWnErM0JYeHFkVHU4RC9ER2RhZ0puYW1JQ3RDMGJXRzRUb2dkLzI5SWFxNXZRUlpydE5sR3h2S2gxRURpdzRuOWdYcG9Jd1RXWFpYQmtxYzNCem1nZWFreEppQVVjTTl4Mm14QUFqTW5CaFJXU1BOdWtWQUJuWE5qQUV6Z3lpSlZ0a2h3V3FhMjRtcFZ0VW0xa0JheWtxTTg2cmVHK3BmQzBDWDliSFp6cUVaUXlTZVM0RFUxQ3QzTFdpRHRnNWJoTkZQck5paEpXSk5QZFFlZVFjNW9WazJINjBDY2tVeHlUYlo1U2FaRnM2YkJueVVnN3FiWEZudE5OaTJTa2EzaUhKYU90eHpkRWIwdm0rQ0dKRkdlM3gxS3FrUml1YWN4UUw2d2xnbFd1dlNTOUJxWktIUERLVmJueDF2cXpVN3FJYjZLMUsrM2REYzZKSlNhc1R2NFFBb1N3SWIwQnE4b3o3QnUrcm1UNFNsT1Z2d2Q0MGhldjZLTE5lMEFWcm41ZTAzNTRwdWtCTFlEMzVDVWVVRVBxY01mOUduNnhsTnowNitxcTVvMVV0SFoxTEFic1ZxU1FyZzJkSFZpd2x5bHRTRTcxamNGdExSR1JSWm9BL3lxZVQ0RGR1N21tVCtWdUFYcVNXcEdhUFNsd3RVQlZ2MHBnNnFXdnZScnpUc2pVV3VUc2ZUQ0JHMStTUk1TbklDTGlPcUJIejBEWHFZcUdSTWVBVEVtSW1PNklEYXl2T0RYeUcrS3ozRnUyeU9adDBFL3pZdDFFNVZSeFlSMlRJbnA4UlR1U2ErOXBUMHFaK0haV3JhdHRQZ1FWU041TnU5OVZjMmJsaGI0T1B1MVlpT252djRUd3dyNlduem11R3h5cUcyQ0kwUGNUV1VheGVuejJTV2kxenhWTFlJV0h1M2MvZWZ6MUc0NFNDcGcycjZUTjdGdEROZHBpaHhWamhHSnpCeTNzN21iaTJVRXZBbDBKZHRBU0F4YklPK2loMnVVTzRpU0tsN3hGOEE0cm11UmtCM0VTclNleFJWanBGYVBraEFtL2VzcVFMU0QySVdZU0x6emNJc3RZSHVWTlFudEFsWUpKNUlOajFoeTlVU1pYOHBXd0ZMRVcrRnRPWmhibzdZSHVaUjE0SnhWcWhSLzNFZXArRmJ6L1RZRWFUbDVIS2FzNVVpbnZoZS9LK083R204Y2hNVFBhMzZvUzBvczNGeW16L1ZTc3NOYjR6ODVFaXozQjBZemhiZHo2UnJBNVY0ekpFZWJUOCtxMXZPaUlHb3lqaEJONkNPdFBBYTVPaVJQM2NScC9PWDRrOFZuaExVWDN4M0R6NXV1a0pDcVk3Z2V3VHNmQnVSVkVXaVlIYUdHNXhjVDRJR0g1UEloeWhBMnBqaTExQXVwTjQ5SjVGWjNJSjZWM0ZMRXN2cVcrMXc2bEFmRkkrUVhGSmtrRnJQL1U4M0NhUDdjWVd4R2NCcGVKQUlhZTlGN0pUd2RxdTNBd3p0dXBUZlB3d1U3RlYwdTd2NmJ5empDMEFRMDRjV20zU2VVNWRWZ3o2Wmc5aTZHaGlzVDBaOUhOczJKSml4T29XYWVXbUtac0EwUW5MNU50SXBuQ1BSVm4xc1o1Q040dGRiSXZZNnl0QjdFOFdVYlR2N1RIOG8wTC9DdjE2Vi9hU1c2SHkxSktNa25WWExsQzA3UXljMGJSTGl1YXNPdVliY1BqSWpHWFBxZmNyQVRYY1ZrNzRuUjNoeHpjR24xNDZtNksrSDltYkZ1bDFOaXBDQUFBQUFCSlJVNUVya0pnZ2c9PSIKfQo="/>
    </extobj>
    <extobj name="334E55B0-647D-440b-865C-3EC943EB4CBC-14">
      <extobjdata type="334E55B0-647D-440b-865C-3EC943EB4CBC" data="ewoJIkltZ1NldHRpbmdKc29uIiA6ICJ7XCJkcGlcIjpcIjYwMFwiLFwiZm9ybWF0XCI6XCJQTkdcIixcInRyYW5zcGFyZW50XCI6dHJ1ZSxcImF1dG9cIjpmYWxzZX0iLAoJIkxhdGV4IiA6ICJYRnNnWlY5dVhuc29kQzB4S1gwZ1hGMD0iLAoJIkxhdGV4SW1nQmFzZTY0IiA6ICJpVkJPUncwS0dnb0FBQUFOU1VoRVVnQUFBTUFBQUFCa0JBTUFBQUFpZnlMTUFBQUFNRkJNVkVYLy8vOEFBQUFBQUFBQUFBQUFBQUFBQUFBQUFBQUFBQUFBQUFBQUFBQUFBQUFBQUFBQUFBQUFBQUFBQUFBQUFBQXYzYUI3QUFBQUQzUlNUbE1BSW5hcnplL2RtVVFRaWJ0bU1sUnBzTXcyQUFBQUNYQklXWE1BQUE3RUFBQU94QUdWS3c0YkFBQUdQRWxFUVZSb0JiVmF2WThiUlJRZm44OCtyMzMrRUlLQ3lpZEZTaGYyL2dOSFFweEFDRGxSdUFKUitLUUxSMEd4RkNBcVpEZWhRcktESU1nMFRrSHZpQWlxU0w2TzBpY2hVS2pzSHFFN2NtZUhrTURqN1hyZjdKdmRuZldjMWw0cHQyL212WG0vMlhuelBtWWNJUktlWGdKdkZhekNyUlJhOW1yTEI0OXZMcGZSU25ULzFyS0lzVFV6bUFRSlI5NEYySW4waFRvYWFUNUFpTzQvSVgzaDVoYWNoTHVXdHExbVI4cHN3N0drWXduN1JXeDNZdWNYZkYzYXlWYW93QU9teTJLMG52d0RPRUErZVFtK21mVUNUUnZ3Y2REUVVIZS8vQlFVZ0RJY2FFUzk3Z1pmb1FrOFM1SjFlVm5VZnFnQWlQYVRoRUVWQmI0Tlp3bXlIaXU3ZjNpdHJBSU1vS1lmbFlNcFk3WVVnekNHU29ZQWlrbWp4bk0yTnFQT2pIRlVNZ1Jnd2I4cW43Y2N2bjdia0x3aGFHQUlRRFNlRXlmeXJpaFd6Y0lzSWhIWEVRYm82bzJ3cVN4ZkRzN2o5RVg2d2dBNS9lNGVLSDVlQjc1bkkzcGxSeGhnQzI1SVhvaXdsWThidzE4aGZud3pERkFCYmJSbzhrMGtHdnFaS0VoaEFBdWVLbnpXQ0RoMzBFTzlSNEZrb293TUE0aW1ibk1VUU81U093MUFHM29NbjVFYmJQSDYvYThBZnUvM0dWdEhScjdBaGs2OGJFbXhxcWtiaUFqQUtkeVBCOGdyd2MzVURhSUFkZGlOQjZncXNiUWVXQ1JlbkhvalgxQ0Y2OFJUM3dNRllKd1V0UGpBR0FDTnAwMFVaRk0zaUM1UlZWbHFOcGVKRW9vTXM0R0lBdVNVbU1rQXV0dzRQQnRVSEhJTCtaN1g1TURJRXVWMUFLY2NnR2NETi9PR254MDl3S2F5M2FVY1ZtVWNZQXRBc3NvL0hZV2Z3OEJaemIrZ3kyMlFCMzFpa3NnZUVRSElHUmw1WU9vR2NVWStVNmRBclFIZnBxZW1iaEFGcU9yaXZPTEpCa1dSUDdISUVpbDZhUGJ1VzRsRnpzSWdqN2hBUEIwQjBNYWlFdCsvaTZLb3VLemNSOHdJUUpjWHczeFNSYmJzT09vRWVRT0R0QndCR092eUFjdG9BdjNNeFc3ZmQvOG1QeEVBYlVheldDRzA1VlZkQllPVUxBcmhFdFBSNVdUQnFvb051TUI1MTdVRkNQdW9EZUFSQUJsQjdTQkU1c29ic3c4N0pHMEgyYm9NT1BseTY1aFl1bmYvN3VNaHdQbWZyd2JadThCUyszY1lKaDJZZC96aGRWYlpEZEhJdHF3eWRQcHhlZWpaSVJsVzJYMEw4S2dtWHBJbElxOU5zM0QrNDZ4RGczVHZBc3oyajI3dkhlMjNncTBaMUtaRmdIZmNrZmVvVE4vbWp2Q0w4OUZVcHpleGYwSUZxTlgwNDFsWnhxRFcwalZKVkwxZ3Rpa01ZM2s0WFhRMXlKMXNrMjI1Qk1NaUc2Tjkvdk5sYlNMVU05b1NUUnIyQnEzSEJHUUJka29BNmlsVG8yRkpkODYzYUtibHVaSW5iVXQvR3BtZE9aSXdobjd4bm9NZ3RJMWtCaHJ3azM2U0dpMHZROVViK3QrdUw1V1JGTVk0NnRScVdNSW8wUXFoQTlaODJVM3lBMndQMDY3UjBMZG5DYVFKckJFNzhtUVoySks1eHJMbGxSZnVJWEtxTzd4YUVhT2JzUU5OT3llVUFodmdod1hyS2xDZnB5U2I2czZ1TE0vSWFJTHJRdlFmLyt6QTh4TmxlbmFhVC9pVmxvV0YyUi9JMWo1TXhleDhyMHhLTnZZNlBvbVZKeHdkM1g3NDJXc2g5Y2dQVW9jY1owejBTSElUQVloZXl4djkyTTI1NjN1cXdEUHpHbkFHSVBQa0dyU2p5am9MZFd0QlFJQ3p0U2dtcGJoRU40aGV5eHVOZkxBV3hhUTA3MFVLYXEzaGpaNTh3TlMrM0dHTmxaQlluVE1qVzg3T1NyUXlKUlpGYTYvdjNncktJYWJjSTl0VUhtSExhcWFKMEdITmZydk9EaHUvcGNveEdnQThOZlI4MWphOHRhQ0t6bUVOcWZJbnJYYy8xd3k3UkhlVENwUkMwOC81bHZPMkd3SExvL2xEaDVpWFVCZ1cvZHBQeFpYUi9HVEJLejBSN25XZS9iUW5pbXdCd3dPTjJ5TjRFNmQ3cFRVLzlvZDBkMFVWbm1VdjNHVnE2azZpeHVxRndGdW0yUWQ0dk9yUW1GRk41T0JGKzRIYkhxNWdqVVQ1ZTJmKytqVlNMektZNHFvd1c1d2V4b3FqUzVsVVJCRXJEZ3l5NzNsS2JPN29xZFFHZy9ONHpPbUN2L2J0TlVUendZRzc5UDc1YWtUSGxHQUNxYWxYZHR6Tmc1L2hQcTFWR0htaFN2bExad2E4MHp4V0dDdHE0TDNKMUZPRmdjVDFocFUvTWtDVkRIL2h1dXdNU3U0TmlQdFUxMVNXU2IzR04rK0wrUmovcmRQUmZMUUdOM0JuTWFaVFQzQkdONTZja1dERGowQ0xpL0dyUGFOQmx4RnErU2VzVGMvWXF6OUFvSHROdmZrTTNHUlU4YVBHWldhNFJCWlhadUZldGhzeFN2SUNZOGt3YzdiODVhenQybUtDLzFiOHlGL092SHptVEZlczNrMDMvajNES1JxN21PWTBxNW5hS2QwSjVqRWJOSzVycEZKMGp5bkxaRm9YbzlYdklmeHZIcmZJdFlyTjl6c3BaaXJFLzVTMjgwTllhNW0rQUFBQUFFbEZUa1N1UW1DQyIKfQo="/>
    </extobj>
    <extobj name="334E55B0-647D-440b-865C-3EC943EB4CBC-17">
      <extobjdata type="334E55B0-647D-440b-865C-3EC943EB4CBC" data="ewoJIkltZ1NldHRpbmdKc29uIiA6ICJ7XCJkcGlcIjpcIjYwMFwiLFwiZm9ybWF0XCI6XCJQTkdcIixcInRyYW5zcGFyZW50XCI6dHJ1ZSxcImF1dG9cIjpmYWxzZX0iLAoJIkxhdGV4IiA6ICJYRnNnWEdWd2MybHNiMjVlZTF4MFpYaDBlMjUxYlgxOWUyNTlJRnhkIiwKCSJMYXRleEltZ0Jhc2U2NCIgOiAiaVZCT1J3MEtHZ29BQUFBTlNVaEVVZ0FBQU5FQUFBQTlCQU1BQUFEQmtwRWxBQUFBTUZCTVZFWC8vLzhBQUFBQUFBQUFBQUFBQUFBQUFBQUFBQUFBQUFBQUFBQUFBQUFBQUFBQUFBQUFBQUFBQUFBQUFBQUFBQUF2M2FCN0FBQUFEM1JTVGxNQVJJbXJ6ZDN2VkxzUW1YWXlJbVl5Y2tKc0FBQUFDWEJJV1hNQUFBN0VBQUFPeEFHVkt3NGJBQUFFNUVsRVFWUllDZTFZUFd3Y1JSUWUrMnlmZnhNM0lLaXdRS0lBb1V0QkdpZ3VBbXhaU05GR2dyaWcyU2hZRmluUXBrR0tuTUlXUWU2aXRRUVVickNscElvaW5aTUNDVkY0Q3hwb2ZDMUN3aWNoNmd0MmJtTk00T1Y3TS9ObTF4Zkx1YnNkTnloVDdMeVpmZnUrZVcvZWUvTm1sV3B2MTk5NGUrNk1Vb3N6NlNlVCtsMzUvcTJ2b2xXUXArN2ZtbDdRVXhuUGh3bFAvREdUdnFjSkhuVGNRaUk2by82azkxZW9WZWV2QmpGQmpIUWFmYXJsaEtDRUoxSHErL1JHVFB2TTBsVTdHMEhLNk1PclNtM1JZLzZ5TkcyUkJtWUU2VERQOEg2aVZJMnVkQVhEekgxQWlqZEJqRkxMZkx4dGRGS3FhWFU2ekJOaVZXcUE5Z3h6Tjg4cXZmc2Y4NDhUc1F5V29xM0hoalRXVXlySHM2ZzFMeFBWTlhNM2p3cUZHNW8vSXRPUEN0S3dROHJ4UkExbUhpSFNQZE1kdDRvSUR1aWMvcWhmSnZKSVZzMUFURXgyV1IzRGdMRWlKby9wd21Ha1VrNG51eTB4L1dOa1I3UnNpQzZlRlhwa3VLdDBTUk5PcHp5UzQvblhNSWM5SWVrOTVtMC9Cc254UENpQzlMZjUrRmlrTmg3Vm0wNXRVbzYwWGh2UGN5U3pPL0R5TnN2OHI2Mlh6eEZ0ZW52MmlJRmNqamdScERISmUwTW5qWFJLa0haT0dnbG56NnIyeTYyVFFvcHQzcHVRVXc0SGYzc2tDSStLN0JGakdUcnFxcVorVUNvZ2x6MGIvR1ZwenlFOXpVUDJpT2tJUWpPdC9VNjAvektzdGZZYjBkN1AybXhOczk3S2owUlR6UFEwejlvdlJMdS9HaHVyOHNyOFhTMXJCTFhjUncxTlpvKysxMUFDeldQTUZSWVJDZ25kRy9WR2FROUNmanFBRTZhejlTTjRVSEp3RTg5UHpRRThVaU1LaVRZekZGRFhOQ2R2ZkxodzhZT0xFU09CbUl2TU1kU2sxbzBWYWdDSktEbUNaNXdXUHA2ZWl3eFNxWlgwMHo2RWJxVlE3VVZOT3JBdklHSDJ6cDE3YnFLZFdKeW16MzVRWTYzWmQ5N0VhbzV2VFZSK0VUUXBhVzNnVGhzWi93dEVCMGsyTEVoRlY1V0s0VXp4ZVMzSU9ROUd5Tlc3ejF4cHgvQmxya2RyOUdpQURZaTJKQVVRU3JXQTBra3o2K001ek1WU2xRNnF5MGJhdGd0MzlTM1I1ejRnckl4MTlvdUE2S0dNSmNQbzJjVE8rdWlheTVDQ2JHS3JNN1VqR1VZTjYranhnV0ZrQkEybDRIQ3VlTjUyU0Z2VVE4WTZabUY4RTBCT0Z1UGhnbUtUSlVwM0RrWnZyWSt2STdnejJNcVQzZEJlamtvNWVCOXcvYnVRTXBpelV5QkpBbWEwSmJZUEhGejBia0xPdWszRkxCTEJhaVRYU000R00vYnlYQ0tTQ01VVjh5OGpNeUs2L0twdXo4NW9IYThDeXhkZWJOa0RUUVBTdFUxNVc3Z1BNOWR6V3daSWFmTndUejhOL216M1JuSGdHZzF3VzVaYnNoOFVsb0p3c252RDkzMGJSS2R4bHZ1RHNKTGMzbURzTHNKQWNvcDZRM1I3by9PU2xiL3VPZXZwMVVMb2xGMDJDZ0tiYWpIcE5YQTF3RklXVGxEdmdnR0Y5VnlHc3NzbzN0V3ljTnB4NmcwNTdZb0RPQWxCRms0VmMyYThWT2QvUW5Ka09jYWlSRDZjUXBQSmc0U3JGZS9XeTFJZC8rWGlzbUlDeVNrM1cxUVY5ejFXYjJwTVhYYXh5Zm81WmlQNThlTVlDeFBZRWV0dmNsQU5zbjlYL09jSStQT0dYUzVjcndGeSt4SWVDS2hWZEQ3YksvSUxVaW1RTEYzL0EwVVFiL3FFZ1N4NHRpd2VTSmpRdFFXWG0rTG1mWFUva0M2cDhwbkJOZElncmk3Y1NaaE5CQnQ2b3ZBRDl3bVJNYVNMOHNxeUdjZWtMd1VUdFZSMEZyN2Vlc1NRTzUzR1dJMnhsaFVNOThlTjZydlk1ZC9lQU54WCtLa2c0Y1RIVXpJZXU3TC9hNklXc3NaYmpyY1lnV1F3NVNSOFE2MklyNjYybFcrSDZaZUpqQXIzcjEvT2liZ1dmVHJKd3lkcUIyVFhaY0JrclFBQUFBQkpSVTVFcmtKZ2dnPT0iCn0K"/>
    </extobj>
    <extobj name="334E55B0-647D-440b-865C-3EC943EB4CBC-18">
      <extobjdata type="334E55B0-647D-440b-865C-3EC943EB4CBC" data="ewoJIkltZ1NldHRpbmdKc29uIiA6ICJ7XCJkcGlcIjpcIjYwMFwiLFwiZm9ybWF0XCI6XCJQTkdcIixcInRyYW5zcGFyZW50XCI6dHJ1ZSxcImF1dG9cIjpmYWxzZX0iLAoJIkxhdGV4IiA6ICJYRnNnWEdWd2MybHNiMjVlZTF4MFpYaDBlMlJwYzJOOWZYdHVmU0JjWFE9PSIsCgkiTGF0ZXhJbWdCYXNlNjQiIDogImlWQk9SdzBLR2dvQUFBQU5TVWhFVWdBQUFNSUFBQUJNQkFNQUFBRE5kWFdxQUFBQU1GQk1WRVgvLy84QUFBQUFBQUFBQUFBQUFBQUFBQUFBQUFBQUFBQUFBQUFBQUFBQUFBQUFBQUFBQUFBQUFBQUFBQUFBQUFBdjNhQjdBQUFBRDNSU1RsTUFSSW1yemQzdlZMc1FtWFl5SW1ZeWNrSnNBQUFBQ1hCSVdYTUFBQTdFQUFBT3hBR1ZLdzRiQUFBR0EwbEVRVlJZQ2UxWVhXaGNSUlNlVGJiWmJMTFpCRUh3TFl2NklscFNJVklGY1FOU2FSWFpsSWJTaW5KalNRSXFjdk9pMUtjTjFWYUV5aTRVOFFkc2d5bUNVVWowVFNuc2dpQytKVmhRbjdyN29nZ2lqVzF5Yld2dDhUc3pjKzdkN0NhYnZUZjNzUU43NTg3TU9kODNjODZaTTNOWHFlMUsrcytGZDQ3T2JqY2FSMytLVUN6RHVlbGNISkJOR0prREFVT0JialdOeHRQc2xqVWt3RldPQjNNenlvQXdaTUZRM1R3V1Uwc1lRRVV4UVRiQkNJTmFvanROUXpFMWZZYlVZalVteUNZWW42R3BQNzdtWFlaT2JIblhTbTJ0bEhqUW1kNWZWdFpLbVc4V1RzOVkrU3VQdWRPbnF0M2p0cGthZGJ3amw5cGliVG5ZNzlLeFVmcFhHUHFRTkd6V3VFeEh2dnl1ZEwyd1p2VE9FWGt6UkllM1JHblRtWExwSWFWU3prdDJEVm5PNDFvK1FXZFJwL05rR0xxSUhsRnE0RGVxdDBIYmFtaUVEbkYzbCtmSDBzK1dvWFpkeTNkWmhoSzl4KzBpM2RUZEhULzY2SWFScmZnTW1LenVLbGtvUjY4aGFRVWQrcWRqY0MwNFFwTkd3VCtCVkw5bElPdmhpbVpZb2xlMElJWE12QmtTcytKb216VmNPSUw0SlNQY05XYkFjSjE3VlluKzAzV25qeVI1VmhSY214bFNpQzlkQnBsaGoxMlkrbWpEaWxtOW5hcGgvOVJ2WWNDc3Y5RHEyVHFxb2krNEUyVFRlTjczV3dzRE5nZzlWeFg1ZkVqemk1NXk2Ylo5YjJWQWRCRzk4SmNacDVEbUZ3YWMraExkclF5OXpFRDBXaG5TRFlLaTIxa05XSFlqbDFZR05XSW9YamFqSXFpbE8zN2dNaW1LV3pCazhvYWlqcXdTQ0hZTXJnWGJyMEdsN3puREhIQlZnMkE0QnBpM3pSb1k2NWZQaVRaMjRRZEVwT3pRVml1OVpXWjdyNzVrNnBXRW03NlJ6dFBmVnEyRklTVTM4Qkl0SzVXWEhSNldwZWdydGpCa0paOWNvSG5lMHpZSHczQ2hTUGJRK25acnlOS1FHZXFsbk01TFpTdnB5SXR0dDY4UWhWVWpnWnhkTjI4MnQyWnBuMm4zOFFBRTUrMnd6TWswZDN6bWFjN0kxRm9ackl1U3RBb1IzMk05SVUrZ0pGM1REQU1Pc1RHNDJETXVLNGw5UlorbXlQTk1CS281WFhYOFNCY004QS9yUksrelZ2clRONG1lL0ZncEdPdVE3bkJNZjRrNGZlQjhFRGVjbkhtMnlqM3F3NHZ1OUZQNkxYZ2tIc0NOWWtxMysyaDlWcW52NlJJMjcwUk9LWlB2RUVkWnV1SFZJZks3VjhWVEwrMWRwWDZpNDdxbFZEZTU1c3o0Qkh1Uy9KZzBveWVCaG1JbTh5dDVUejlEWnhHdHhEN3A5YVluRHN4b2hxR3JkUER4QWoxaElTL2p2dVFHU1BrWGtScWgwRSt2VmxYQ0ZYOXE0VGVBZFhCeDhXdXJlZVcwZTJ5dnluZ1RiMytHMWZnbGMxaXBQM0RKKzlidk9UL3FUdTJYVnRZcnF4N215K09uVkszeERFUWF1RlVWd2NnMWh4UXNxbnJYVnhrRFY1V3FZQ0ZVcmhuN1NFK2t1aml1Rkc2Z3M0VTVyWTc5c3MvaUlIaThvVWlZbTVWS3kzcmlDemFad0kyVFZ1QURHNVdiNVVPMzBod25TVGgwektpbWcvTzQwR0N3MExpQlFwYm4zZ09HVmRPSGs4YWVBM0RPblVBdStsdVNVV29CR0t4a0dTcit1cUtqcytZZzR4VURNR1NBTlkwSWN3VlJwWHNpUG9Zbm9iZ1VnQ0dzeGpVVXdqWms4dDFtQmlNNUREZ0JHSncrcDBWWHlMOUc2bmJreDMzd01BeGlFak5RQmlVMVkxM0dYSkdoR3hTeHkrd1JvdFF3MlNQUkpUcHh2eTRQbHh0a283M0M5djUwTVhVTmdodTdYNWFqd1RabzRadGlUSnJpRXJCS21WcVZ3Y2oxQmJHOXZySHBGTXZiWE80b2tYRUR4YUxZWGgrSXVIdWl3T00yVXdWeTBkL0U5a0RBMU1jMUVCajgrSXFPTEpwaWU3UnJZakJZTHBhc3BEa2F0ME5GVWlBWVF0NTJaTDViMUkzYndlRUxPaGRZeVRqRU5IZjNiTmdPeU4zVytram9Oc2Z1RGx4cnc3dGpGZ1luTStNbTNtZVh4OGNBaytjc0EvWWVoMUx5Tmw4WTQ3UFNjTEFkVm9pL01WUnRUU0ZyK0xuSzBrZXZSdVJPcC9pcmxWUEV5SnpDRjdyWjNORnhBODJDeEk5L1VEaXpUQmJmbnNiRnp0SWhsSGliWlRnandUdmxZQmE3ZW9QRlpXL2g5U2F3ZXRrKytOSmhsOFJSRURVTXl3VU1hNmowMlkxUEdRblh4S29lamZ6d2s1M08zV1BBY2VvTTVuOGFEaFRtdVIyOUlEL01pN2JMbDlZdTYrSVNQYy85QTB1NG5lK3FZQThNQ1VDRmQzZmx1R25DZkY4cGRiN2s3MGVSQ2x0ZmJRaWFKRGJ5ai9ZN1R5bjg5YnVCVkxnM0xHS3ovTEFrT3d6Z1FuL1UvMWJDcC9GRnh6dFZiVllJM2U2YXlRVTZxVFBlbzl6Nkg3L25YV1JlenpHWkFBQUFBRWxGVGtTdVFtQ0MiCn0K"/>
    </extobj>
    <extobj name="334E55B0-647D-440b-865C-3EC943EB4CBC-19">
      <extobjdata type="334E55B0-647D-440b-865C-3EC943EB4CBC" data="ewoJIkltZ1NldHRpbmdKc29uIiA6ICJ7XCJkcGlcIjpcIjYwMFwiLFwiZm9ybWF0XCI6XCJQTkdcIixcInRyYW5zcGFyZW50XCI6dHJ1ZSxcImF1dG9cIjpmYWxzZX0iLAoJIkxhdGV4IiA6ICJYRnNnWEd4aGJXSmtZU0JjWFE9PSIsCgkiTGF0ZXhJbWdCYXNlNjQiIDogImlWQk9SdzBLR2dvQUFBQU5TVWhFVWdBQUFDb0FBQUE3QkFNQUFBRC9ad1ZXQUFBQU1GQk1WRVgvLy84QUFBQUFBQUFBQUFBQUFBQUFBQUFBQUFBQUFBQUFBQUFBQUFBQUFBQUFBQUFBQUFBQUFBQUFBQUFBQUFBdjNhQjdBQUFBRDNSU1RsTUFNdS9ObVVRaWlSQjJacXZkVkx2T0RkWThBQUFBQ1hCSVdYTUFBQTdFQUFBT3hBR1ZLdzRiQUFBQmdVbEVRVlE0RVcyVVRWTENRQkNGZzBieHQ3QzhBSllyZDJDVkMzZDZnK0VHVU9VQjVBYkp6cVhjQUc0QUoxQVBZQlhlQUcrQUJ2OUZuMjh5aWZsNXlZTHBmSG5UUGQzVGplZlpaejg2NmNSRzRlY0NRTDlBNHBjcllCRXFEb0MyMGhYZ1hla21QU3ZkSUIwcHZxMTAzQVUrVk10d24wcnJ3RkpwamVGNmlxZVZTUStCQTlWZUFxOUtWNEVYcFZzTXA5VG0vS0I0RGt5VXppcHpiZ0JmcXQwR2ZwV3VNVnlvdUFVTWxCcmdUbWtUZUZOYWZjOHNmS1RhZFI1aVQvRVVPRmM2ckN3OGo2YUY5K24zV3p5WWlMaE1mWnlTbGd0dmx1RWNlQ3lLZmFZN2s4SWJkTHhHdWRsOGV4RXMvS0xnd2RpMGJPRjdPZXk3MjJrVm04MjRnZ2VGd3Z1STRwMU40RG56WUpLWG5YeXpzUUl1Snc1WVZuaVRqcUJ0dGs3aWd0SkpZcDVscHNuT1BnYWVuSURTb3pUd05mRGpiSk83eFA5bW96VDVUTkV1dzRWV1RPbkFydTVwdVNtbk5EOGwxTFQ1UFZsU0xYTm1zOW41RFZQRWxRUEdQNVZ1cVJFWmpqa0hXWXB1QjhQMXZYRjVST0xOOWNOUnppdk4yczM5OFI4RkgvUDBMaCtMb3dBQUFBQkpSVTVFcmtKZ2dnPT0iCn0K"/>
    </extobj>
  </extobjs>
</s:customData>
</file>

<file path=customXml/itemProps6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WPS 文字</Application>
  <PresentationFormat>宽屏</PresentationFormat>
  <Paragraphs>56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PingFang SC</vt:lpstr>
      <vt:lpstr>PingFang SC Semibold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huabowen</cp:lastModifiedBy>
  <cp:revision>170</cp:revision>
  <dcterms:created xsi:type="dcterms:W3CDTF">2026-03-25T09:18:42Z</dcterms:created>
  <dcterms:modified xsi:type="dcterms:W3CDTF">2026-03-25T09:18:42Z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0D5C8728CB906E425011B969169B4722_43</vt:lpwstr>
  </property>
</Properties>
</file>